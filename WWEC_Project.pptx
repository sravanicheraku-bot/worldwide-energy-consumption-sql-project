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70" r:id="rId5"/>
    <p:sldId id="271" r:id="rId6"/>
    <p:sldId id="272" r:id="rId7"/>
    <p:sldId id="260" r:id="rId8"/>
    <p:sldId id="261" r:id="rId9"/>
    <p:sldId id="267" r:id="rId10"/>
    <p:sldId id="268" r:id="rId11"/>
    <p:sldId id="265" r:id="rId12"/>
    <p:sldId id="274" r:id="rId13"/>
    <p:sldId id="269" r:id="rId14"/>
    <p:sldId id="275" r:id="rId15"/>
    <p:sldId id="276" r:id="rId16"/>
    <p:sldId id="277" r:id="rId17"/>
    <p:sldId id="278" r:id="rId18"/>
    <p:sldId id="259" r:id="rId19"/>
  </p:sldIdLst>
  <p:sldSz cx="12192000" cy="6858000"/>
  <p:notesSz cx="6858000" cy="9144000"/>
  <p:embeddedFontLst>
    <p:embeddedFont>
      <p:font typeface="Lato Black" panose="020F0502020204030203" pitchFamily="34" charset="0"/>
      <p:bold r:id="rId21"/>
      <p:boldItalic r:id="rId22"/>
    </p:embeddedFont>
    <p:embeddedFont>
      <p:font typeface="Libre Baskerville"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10F6A1-625C-455F-8AB3-6EBFE869B109}" v="81" dt="2026-07-04T07:01:35.6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45" autoAdjust="0"/>
    <p:restoredTop sz="94660"/>
  </p:normalViewPr>
  <p:slideViewPr>
    <p:cSldViewPr snapToGrid="0">
      <p:cViewPr varScale="1">
        <p:scale>
          <a:sx n="78" d="100"/>
          <a:sy n="78" d="100"/>
        </p:scale>
        <p:origin x="104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0" Type="http://customschemas.google.com/relationships/presentationmetadata" Target="meta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yaThara Ramesh" userId="8e1179b203cd3529" providerId="LiveId" clId="{22F7DC27-E761-4BDC-B343-28401579FC6A}"/>
    <pc:docChg chg="undo custSel addSld delSld modSld sldOrd">
      <pc:chgData name="NavyaThara Ramesh" userId="8e1179b203cd3529" providerId="LiveId" clId="{22F7DC27-E761-4BDC-B343-28401579FC6A}" dt="2026-07-04T07:02:33.205" v="1484" actId="20577"/>
      <pc:docMkLst>
        <pc:docMk/>
      </pc:docMkLst>
      <pc:sldChg chg="modSp mod">
        <pc:chgData name="NavyaThara Ramesh" userId="8e1179b203cd3529" providerId="LiveId" clId="{22F7DC27-E761-4BDC-B343-28401579FC6A}" dt="2026-06-20T10:00:36.782" v="964" actId="113"/>
        <pc:sldMkLst>
          <pc:docMk/>
          <pc:sldMk cId="0" sldId="257"/>
        </pc:sldMkLst>
        <pc:spChg chg="mod">
          <ac:chgData name="NavyaThara Ramesh" userId="8e1179b203cd3529" providerId="LiveId" clId="{22F7DC27-E761-4BDC-B343-28401579FC6A}" dt="2026-06-20T09:59:11.018" v="957" actId="1076"/>
          <ac:spMkLst>
            <pc:docMk/>
            <pc:sldMk cId="0" sldId="257"/>
            <ac:spMk id="104" creationId="{00000000-0000-0000-0000-000000000000}"/>
          </ac:spMkLst>
        </pc:spChg>
        <pc:spChg chg="mod">
          <ac:chgData name="NavyaThara Ramesh" userId="8e1179b203cd3529" providerId="LiveId" clId="{22F7DC27-E761-4BDC-B343-28401579FC6A}" dt="2026-06-20T10:00:36.782" v="964" actId="113"/>
          <ac:spMkLst>
            <pc:docMk/>
            <pc:sldMk cId="0" sldId="257"/>
            <ac:spMk id="105" creationId="{00000000-0000-0000-0000-000000000000}"/>
          </ac:spMkLst>
        </pc:spChg>
      </pc:sldChg>
      <pc:sldChg chg="modSp mod">
        <pc:chgData name="NavyaThara Ramesh" userId="8e1179b203cd3529" providerId="LiveId" clId="{22F7DC27-E761-4BDC-B343-28401579FC6A}" dt="2026-06-20T06:35:31.626" v="857" actId="20577"/>
        <pc:sldMkLst>
          <pc:docMk/>
          <pc:sldMk cId="0" sldId="258"/>
        </pc:sldMkLst>
        <pc:spChg chg="mod">
          <ac:chgData name="NavyaThara Ramesh" userId="8e1179b203cd3529" providerId="LiveId" clId="{22F7DC27-E761-4BDC-B343-28401579FC6A}" dt="2026-06-20T06:02:04.169" v="837" actId="1076"/>
          <ac:spMkLst>
            <pc:docMk/>
            <pc:sldMk cId="0" sldId="258"/>
            <ac:spMk id="110" creationId="{00000000-0000-0000-0000-000000000000}"/>
          </ac:spMkLst>
        </pc:spChg>
        <pc:spChg chg="mod">
          <ac:chgData name="NavyaThara Ramesh" userId="8e1179b203cd3529" providerId="LiveId" clId="{22F7DC27-E761-4BDC-B343-28401579FC6A}" dt="2026-06-20T06:35:31.626" v="857" actId="20577"/>
          <ac:spMkLst>
            <pc:docMk/>
            <pc:sldMk cId="0" sldId="258"/>
            <ac:spMk id="111" creationId="{00000000-0000-0000-0000-000000000000}"/>
          </ac:spMkLst>
        </pc:spChg>
      </pc:sldChg>
      <pc:sldChg chg="addSp modSp mod">
        <pc:chgData name="NavyaThara Ramesh" userId="8e1179b203cd3529" providerId="LiveId" clId="{22F7DC27-E761-4BDC-B343-28401579FC6A}" dt="2026-06-20T10:14:43.276" v="1072" actId="12"/>
        <pc:sldMkLst>
          <pc:docMk/>
          <pc:sldMk cId="1645737655" sldId="260"/>
        </pc:sldMkLst>
        <pc:spChg chg="mod">
          <ac:chgData name="NavyaThara Ramesh" userId="8e1179b203cd3529" providerId="LiveId" clId="{22F7DC27-E761-4BDC-B343-28401579FC6A}" dt="2026-06-20T10:03:24.730" v="976" actId="20577"/>
          <ac:spMkLst>
            <pc:docMk/>
            <pc:sldMk cId="1645737655" sldId="260"/>
            <ac:spMk id="2" creationId="{6171B2C1-00BC-91BF-9936-46DB6743C73A}"/>
          </ac:spMkLst>
        </pc:spChg>
        <pc:spChg chg="mod">
          <ac:chgData name="NavyaThara Ramesh" userId="8e1179b203cd3529" providerId="LiveId" clId="{22F7DC27-E761-4BDC-B343-28401579FC6A}" dt="2026-06-20T10:11:21.571" v="1004" actId="123"/>
          <ac:spMkLst>
            <pc:docMk/>
            <pc:sldMk cId="1645737655" sldId="260"/>
            <ac:spMk id="3" creationId="{73595D09-02E0-4814-80CD-BCB398558761}"/>
          </ac:spMkLst>
        </pc:spChg>
        <pc:graphicFrameChg chg="add mod modGraphic">
          <ac:chgData name="NavyaThara Ramesh" userId="8e1179b203cd3529" providerId="LiveId" clId="{22F7DC27-E761-4BDC-B343-28401579FC6A}" dt="2026-06-20T10:14:43.276" v="1072" actId="12"/>
          <ac:graphicFrameMkLst>
            <pc:docMk/>
            <pc:sldMk cId="1645737655" sldId="260"/>
            <ac:graphicFrameMk id="4" creationId="{22726421-EAED-F719-CF8F-6A24F549BD8A}"/>
          </ac:graphicFrameMkLst>
        </pc:graphicFrameChg>
      </pc:sldChg>
      <pc:sldChg chg="addSp delSp modSp mod modClrScheme chgLayout">
        <pc:chgData name="NavyaThara Ramesh" userId="8e1179b203cd3529" providerId="LiveId" clId="{22F7DC27-E761-4BDC-B343-28401579FC6A}" dt="2026-07-02T07:41:11.940" v="1427" actId="313"/>
        <pc:sldMkLst>
          <pc:docMk/>
          <pc:sldMk cId="50609731" sldId="261"/>
        </pc:sldMkLst>
        <pc:spChg chg="mod ord">
          <ac:chgData name="NavyaThara Ramesh" userId="8e1179b203cd3529" providerId="LiveId" clId="{22F7DC27-E761-4BDC-B343-28401579FC6A}" dt="2026-06-20T10:25:53.337" v="1190" actId="20577"/>
          <ac:spMkLst>
            <pc:docMk/>
            <pc:sldMk cId="50609731" sldId="261"/>
            <ac:spMk id="2" creationId="{62BDE5FF-1D86-C910-0B13-18FDCD36CCAD}"/>
          </ac:spMkLst>
        </pc:spChg>
        <pc:spChg chg="add mod ord">
          <ac:chgData name="NavyaThara Ramesh" userId="8e1179b203cd3529" providerId="LiveId" clId="{22F7DC27-E761-4BDC-B343-28401579FC6A}" dt="2026-06-15T08:30:26.788" v="9" actId="700"/>
          <ac:spMkLst>
            <pc:docMk/>
            <pc:sldMk cId="50609731" sldId="261"/>
            <ac:spMk id="9" creationId="{EED80B32-E57B-DFE0-F5D4-D2CDB6A96966}"/>
          </ac:spMkLst>
        </pc:spChg>
        <pc:spChg chg="add mod ord">
          <ac:chgData name="NavyaThara Ramesh" userId="8e1179b203cd3529" providerId="LiveId" clId="{22F7DC27-E761-4BDC-B343-28401579FC6A}" dt="2026-06-20T10:25:15.253" v="1174" actId="20577"/>
          <ac:spMkLst>
            <pc:docMk/>
            <pc:sldMk cId="50609731" sldId="261"/>
            <ac:spMk id="10" creationId="{A47236D1-E490-931D-5268-12C076EBEBB1}"/>
          </ac:spMkLst>
        </pc:spChg>
        <pc:graphicFrameChg chg="add mod modGraphic">
          <ac:chgData name="NavyaThara Ramesh" userId="8e1179b203cd3529" providerId="LiveId" clId="{22F7DC27-E761-4BDC-B343-28401579FC6A}" dt="2026-07-02T07:41:11.940" v="1427" actId="313"/>
          <ac:graphicFrameMkLst>
            <pc:docMk/>
            <pc:sldMk cId="50609731" sldId="261"/>
            <ac:graphicFrameMk id="12" creationId="{E01CF8C2-17AE-8ED8-3A0F-963CD79B45A6}"/>
          </ac:graphicFrameMkLst>
        </pc:graphicFrameChg>
        <pc:picChg chg="mod">
          <ac:chgData name="NavyaThara Ramesh" userId="8e1179b203cd3529" providerId="LiveId" clId="{22F7DC27-E761-4BDC-B343-28401579FC6A}" dt="2026-06-20T06:15:14.258" v="840" actId="1076"/>
          <ac:picMkLst>
            <pc:docMk/>
            <pc:sldMk cId="50609731" sldId="261"/>
            <ac:picMk id="5" creationId="{611B70D7-C31B-3B2F-CB89-BA82EC91B3BB}"/>
          </ac:picMkLst>
        </pc:picChg>
      </pc:sldChg>
      <pc:sldChg chg="addSp modSp new mod">
        <pc:chgData name="NavyaThara Ramesh" userId="8e1179b203cd3529" providerId="LiveId" clId="{22F7DC27-E761-4BDC-B343-28401579FC6A}" dt="2026-07-02T06:21:59.068" v="1243" actId="1076"/>
        <pc:sldMkLst>
          <pc:docMk/>
          <pc:sldMk cId="2413906700" sldId="263"/>
        </pc:sldMkLst>
        <pc:spChg chg="mod">
          <ac:chgData name="NavyaThara Ramesh" userId="8e1179b203cd3529" providerId="LiveId" clId="{22F7DC27-E761-4BDC-B343-28401579FC6A}" dt="2026-06-20T10:30:09.530" v="1198"/>
          <ac:spMkLst>
            <pc:docMk/>
            <pc:sldMk cId="2413906700" sldId="263"/>
            <ac:spMk id="2" creationId="{72200416-858D-EF4B-A8E3-61F3CEBFBC0B}"/>
          </ac:spMkLst>
        </pc:spChg>
        <pc:spChg chg="mod">
          <ac:chgData name="NavyaThara Ramesh" userId="8e1179b203cd3529" providerId="LiveId" clId="{22F7DC27-E761-4BDC-B343-28401579FC6A}" dt="2026-07-02T06:18:58.202" v="1234" actId="14100"/>
          <ac:spMkLst>
            <pc:docMk/>
            <pc:sldMk cId="2413906700" sldId="263"/>
            <ac:spMk id="3" creationId="{E006B237-4640-85C4-98D2-B92E7C599D4F}"/>
          </ac:spMkLst>
        </pc:spChg>
        <pc:picChg chg="add mod">
          <ac:chgData name="NavyaThara Ramesh" userId="8e1179b203cd3529" providerId="LiveId" clId="{22F7DC27-E761-4BDC-B343-28401579FC6A}" dt="2026-07-02T06:21:31.737" v="1239" actId="1076"/>
          <ac:picMkLst>
            <pc:docMk/>
            <pc:sldMk cId="2413906700" sldId="263"/>
            <ac:picMk id="5" creationId="{244FD0F4-989D-7E04-74D9-EE929DE1B017}"/>
          </ac:picMkLst>
        </pc:picChg>
        <pc:picChg chg="add mod">
          <ac:chgData name="NavyaThara Ramesh" userId="8e1179b203cd3529" providerId="LiveId" clId="{22F7DC27-E761-4BDC-B343-28401579FC6A}" dt="2026-07-02T06:21:59.068" v="1243" actId="1076"/>
          <ac:picMkLst>
            <pc:docMk/>
            <pc:sldMk cId="2413906700" sldId="263"/>
            <ac:picMk id="7" creationId="{B1CC5BCC-B443-B36B-ADC8-508F29AB14B9}"/>
          </ac:picMkLst>
        </pc:picChg>
      </pc:sldChg>
      <pc:sldChg chg="addSp delSp modSp new mod">
        <pc:chgData name="NavyaThara Ramesh" userId="8e1179b203cd3529" providerId="LiveId" clId="{22F7DC27-E761-4BDC-B343-28401579FC6A}" dt="2026-07-04T06:55:46.045" v="1444" actId="1076"/>
        <pc:sldMkLst>
          <pc:docMk/>
          <pc:sldMk cId="3023320173" sldId="265"/>
        </pc:sldMkLst>
        <pc:spChg chg="mod">
          <ac:chgData name="NavyaThara Ramesh" userId="8e1179b203cd3529" providerId="LiveId" clId="{22F7DC27-E761-4BDC-B343-28401579FC6A}" dt="2026-07-04T06:54:48.778" v="1435" actId="1076"/>
          <ac:spMkLst>
            <pc:docMk/>
            <pc:sldMk cId="3023320173" sldId="265"/>
            <ac:spMk id="2" creationId="{61C554B4-2EAE-A327-40FF-DCBE4AEEB85B}"/>
          </ac:spMkLst>
        </pc:spChg>
        <pc:spChg chg="mod">
          <ac:chgData name="NavyaThara Ramesh" userId="8e1179b203cd3529" providerId="LiveId" clId="{22F7DC27-E761-4BDC-B343-28401579FC6A}" dt="2026-07-04T06:54:28.151" v="1433" actId="1076"/>
          <ac:spMkLst>
            <pc:docMk/>
            <pc:sldMk cId="3023320173" sldId="265"/>
            <ac:spMk id="3" creationId="{649E26C0-7229-609F-A26B-AFBD9D6364B6}"/>
          </ac:spMkLst>
        </pc:spChg>
        <pc:picChg chg="add mod">
          <ac:chgData name="NavyaThara Ramesh" userId="8e1179b203cd3529" providerId="LiveId" clId="{22F7DC27-E761-4BDC-B343-28401579FC6A}" dt="2026-07-04T06:55:01.054" v="1438" actId="1076"/>
          <ac:picMkLst>
            <pc:docMk/>
            <pc:sldMk cId="3023320173" sldId="265"/>
            <ac:picMk id="4" creationId="{51047702-B28D-7330-297E-6B5652A4E127}"/>
          </ac:picMkLst>
        </pc:picChg>
        <pc:picChg chg="add del mod">
          <ac:chgData name="NavyaThara Ramesh" userId="8e1179b203cd3529" providerId="LiveId" clId="{22F7DC27-E761-4BDC-B343-28401579FC6A}" dt="2026-07-04T06:54:12.300" v="1431" actId="21"/>
          <ac:picMkLst>
            <pc:docMk/>
            <pc:sldMk cId="3023320173" sldId="265"/>
            <ac:picMk id="5" creationId="{3B0267B5-F380-AC44-89AF-C971A29E9090}"/>
          </ac:picMkLst>
        </pc:picChg>
        <pc:picChg chg="add mod">
          <ac:chgData name="NavyaThara Ramesh" userId="8e1179b203cd3529" providerId="LiveId" clId="{22F7DC27-E761-4BDC-B343-28401579FC6A}" dt="2026-07-04T06:55:46.045" v="1444" actId="1076"/>
          <ac:picMkLst>
            <pc:docMk/>
            <pc:sldMk cId="3023320173" sldId="265"/>
            <ac:picMk id="6" creationId="{C728D459-E8B1-C2E1-8E38-F0EA1F43300B}"/>
          </ac:picMkLst>
        </pc:picChg>
        <pc:picChg chg="add del mod">
          <ac:chgData name="NavyaThara Ramesh" userId="8e1179b203cd3529" providerId="LiveId" clId="{22F7DC27-E761-4BDC-B343-28401579FC6A}" dt="2026-07-04T06:55:05.566" v="1439" actId="21"/>
          <ac:picMkLst>
            <pc:docMk/>
            <pc:sldMk cId="3023320173" sldId="265"/>
            <ac:picMk id="7" creationId="{EB2E22A5-F07C-BD8D-0A64-A90C83D84A3B}"/>
          </ac:picMkLst>
        </pc:picChg>
      </pc:sldChg>
      <pc:sldChg chg="addSp delSp modSp new mod ord">
        <pc:chgData name="NavyaThara Ramesh" userId="8e1179b203cd3529" providerId="LiveId" clId="{22F7DC27-E761-4BDC-B343-28401579FC6A}" dt="2026-07-02T06:30:19.854" v="1260" actId="1076"/>
        <pc:sldMkLst>
          <pc:docMk/>
          <pc:sldMk cId="1768690008" sldId="266"/>
        </pc:sldMkLst>
        <pc:spChg chg="mod">
          <ac:chgData name="NavyaThara Ramesh" userId="8e1179b203cd3529" providerId="LiveId" clId="{22F7DC27-E761-4BDC-B343-28401579FC6A}" dt="2026-06-20T10:30:02.922" v="1197"/>
          <ac:spMkLst>
            <pc:docMk/>
            <pc:sldMk cId="1768690008" sldId="266"/>
            <ac:spMk id="2" creationId="{BEB5E589-C469-CBB4-F717-BE907E31E29F}"/>
          </ac:spMkLst>
        </pc:spChg>
        <pc:spChg chg="mod">
          <ac:chgData name="NavyaThara Ramesh" userId="8e1179b203cd3529" providerId="LiveId" clId="{22F7DC27-E761-4BDC-B343-28401579FC6A}" dt="2026-06-15T09:39:03.748" v="687" actId="5793"/>
          <ac:spMkLst>
            <pc:docMk/>
            <pc:sldMk cId="1768690008" sldId="266"/>
            <ac:spMk id="3" creationId="{60A08C98-31E8-DCB7-801C-383F7907F91A}"/>
          </ac:spMkLst>
        </pc:spChg>
        <pc:picChg chg="add mod">
          <ac:chgData name="NavyaThara Ramesh" userId="8e1179b203cd3529" providerId="LiveId" clId="{22F7DC27-E761-4BDC-B343-28401579FC6A}" dt="2026-07-02T06:29:56.890" v="1256" actId="1076"/>
          <ac:picMkLst>
            <pc:docMk/>
            <pc:sldMk cId="1768690008" sldId="266"/>
            <ac:picMk id="8" creationId="{C169AE4F-060F-1D39-BA76-8A10156AB63D}"/>
          </ac:picMkLst>
        </pc:picChg>
        <pc:picChg chg="add mod">
          <ac:chgData name="NavyaThara Ramesh" userId="8e1179b203cd3529" providerId="LiveId" clId="{22F7DC27-E761-4BDC-B343-28401579FC6A}" dt="2026-07-02T06:30:19.854" v="1260" actId="1076"/>
          <ac:picMkLst>
            <pc:docMk/>
            <pc:sldMk cId="1768690008" sldId="266"/>
            <ac:picMk id="10" creationId="{6DB5CE44-0372-AE51-7E78-10B4B081F826}"/>
          </ac:picMkLst>
        </pc:picChg>
      </pc:sldChg>
      <pc:sldChg chg="addSp modSp new mod">
        <pc:chgData name="NavyaThara Ramesh" userId="8e1179b203cd3529" providerId="LiveId" clId="{22F7DC27-E761-4BDC-B343-28401579FC6A}" dt="2026-06-20T10:36:34.529" v="1201" actId="5793"/>
        <pc:sldMkLst>
          <pc:docMk/>
          <pc:sldMk cId="647458626" sldId="267"/>
        </pc:sldMkLst>
        <pc:spChg chg="mod">
          <ac:chgData name="NavyaThara Ramesh" userId="8e1179b203cd3529" providerId="LiveId" clId="{22F7DC27-E761-4BDC-B343-28401579FC6A}" dt="2026-06-20T10:29:48.548" v="1195" actId="20577"/>
          <ac:spMkLst>
            <pc:docMk/>
            <pc:sldMk cId="647458626" sldId="267"/>
            <ac:spMk id="2" creationId="{601FDB0D-6745-5E9A-C7F3-ECAC99F43A35}"/>
          </ac:spMkLst>
        </pc:spChg>
        <pc:spChg chg="mod">
          <ac:chgData name="NavyaThara Ramesh" userId="8e1179b203cd3529" providerId="LiveId" clId="{22F7DC27-E761-4BDC-B343-28401579FC6A}" dt="2026-06-20T10:36:34.529" v="1201" actId="5793"/>
          <ac:spMkLst>
            <pc:docMk/>
            <pc:sldMk cId="647458626" sldId="267"/>
            <ac:spMk id="3" creationId="{FD72046E-D145-CA73-5112-1A477EF496EA}"/>
          </ac:spMkLst>
        </pc:spChg>
        <pc:picChg chg="add mod">
          <ac:chgData name="NavyaThara Ramesh" userId="8e1179b203cd3529" providerId="LiveId" clId="{22F7DC27-E761-4BDC-B343-28401579FC6A}" dt="2026-06-15T09:45:54.558" v="703" actId="1076"/>
          <ac:picMkLst>
            <pc:docMk/>
            <pc:sldMk cId="647458626" sldId="267"/>
            <ac:picMk id="5" creationId="{FC56B862-B6D1-6789-816A-8991F816DE10}"/>
          </ac:picMkLst>
        </pc:picChg>
        <pc:picChg chg="add mod">
          <ac:chgData name="NavyaThara Ramesh" userId="8e1179b203cd3529" providerId="LiveId" clId="{22F7DC27-E761-4BDC-B343-28401579FC6A}" dt="2026-06-15T09:46:15.839" v="705" actId="1076"/>
          <ac:picMkLst>
            <pc:docMk/>
            <pc:sldMk cId="647458626" sldId="267"/>
            <ac:picMk id="7" creationId="{15AFB491-BBE2-AB23-3E74-3B3BFBFB4730}"/>
          </ac:picMkLst>
        </pc:picChg>
      </pc:sldChg>
      <pc:sldChg chg="addSp modSp new mod">
        <pc:chgData name="NavyaThara Ramesh" userId="8e1179b203cd3529" providerId="LiveId" clId="{22F7DC27-E761-4BDC-B343-28401579FC6A}" dt="2026-07-02T06:24:47.462" v="1252" actId="1076"/>
        <pc:sldMkLst>
          <pc:docMk/>
          <pc:sldMk cId="628003763" sldId="268"/>
        </pc:sldMkLst>
        <pc:spChg chg="mod">
          <ac:chgData name="NavyaThara Ramesh" userId="8e1179b203cd3529" providerId="LiveId" clId="{22F7DC27-E761-4BDC-B343-28401579FC6A}" dt="2026-06-20T10:29:58.478" v="1196"/>
          <ac:spMkLst>
            <pc:docMk/>
            <pc:sldMk cId="628003763" sldId="268"/>
            <ac:spMk id="2" creationId="{F5612AF0-78BF-3EF7-7367-3D47B17D0023}"/>
          </ac:spMkLst>
        </pc:spChg>
        <pc:spChg chg="mod">
          <ac:chgData name="NavyaThara Ramesh" userId="8e1179b203cd3529" providerId="LiveId" clId="{22F7DC27-E761-4BDC-B343-28401579FC6A}" dt="2026-06-15T09:49:22.748" v="717" actId="14100"/>
          <ac:spMkLst>
            <pc:docMk/>
            <pc:sldMk cId="628003763" sldId="268"/>
            <ac:spMk id="3" creationId="{688D1DBC-C864-F2C0-48CD-9CB95DEC80F6}"/>
          </ac:spMkLst>
        </pc:spChg>
        <pc:picChg chg="add mod">
          <ac:chgData name="NavyaThara Ramesh" userId="8e1179b203cd3529" providerId="LiveId" clId="{22F7DC27-E761-4BDC-B343-28401579FC6A}" dt="2026-06-15T09:49:34.504" v="719" actId="1076"/>
          <ac:picMkLst>
            <pc:docMk/>
            <pc:sldMk cId="628003763" sldId="268"/>
            <ac:picMk id="5" creationId="{19675998-8AC1-9893-5009-6E08F90F4069}"/>
          </ac:picMkLst>
        </pc:picChg>
        <pc:picChg chg="add mod">
          <ac:chgData name="NavyaThara Ramesh" userId="8e1179b203cd3529" providerId="LiveId" clId="{22F7DC27-E761-4BDC-B343-28401579FC6A}" dt="2026-07-02T06:24:47.462" v="1252" actId="1076"/>
          <ac:picMkLst>
            <pc:docMk/>
            <pc:sldMk cId="628003763" sldId="268"/>
            <ac:picMk id="6" creationId="{58BF11C3-3A7D-43E9-05CD-0378D61CF04C}"/>
          </ac:picMkLst>
        </pc:picChg>
      </pc:sldChg>
      <pc:sldChg chg="addSp modSp new mod">
        <pc:chgData name="NavyaThara Ramesh" userId="8e1179b203cd3529" providerId="LiveId" clId="{22F7DC27-E761-4BDC-B343-28401579FC6A}" dt="2026-07-02T07:08:03.165" v="1317" actId="1076"/>
        <pc:sldMkLst>
          <pc:docMk/>
          <pc:sldMk cId="1860899167" sldId="269"/>
        </pc:sldMkLst>
        <pc:spChg chg="mod">
          <ac:chgData name="NavyaThara Ramesh" userId="8e1179b203cd3529" providerId="LiveId" clId="{22F7DC27-E761-4BDC-B343-28401579FC6A}" dt="2026-06-20T10:30:23.576" v="1200"/>
          <ac:spMkLst>
            <pc:docMk/>
            <pc:sldMk cId="1860899167" sldId="269"/>
            <ac:spMk id="2" creationId="{377A9856-9B10-CBE7-6FE5-CDB436EB4CB2}"/>
          </ac:spMkLst>
        </pc:spChg>
        <pc:spChg chg="mod">
          <ac:chgData name="NavyaThara Ramesh" userId="8e1179b203cd3529" providerId="LiveId" clId="{22F7DC27-E761-4BDC-B343-28401579FC6A}" dt="2026-07-02T07:01:23.239" v="1310" actId="5793"/>
          <ac:spMkLst>
            <pc:docMk/>
            <pc:sldMk cId="1860899167" sldId="269"/>
            <ac:spMk id="3" creationId="{FA3AC6A5-5C9F-78A6-ABF7-B9FD4ACD6FAB}"/>
          </ac:spMkLst>
        </pc:spChg>
        <pc:picChg chg="add mod">
          <ac:chgData name="NavyaThara Ramesh" userId="8e1179b203cd3529" providerId="LiveId" clId="{22F7DC27-E761-4BDC-B343-28401579FC6A}" dt="2026-07-02T07:07:40.927" v="1315" actId="1076"/>
          <ac:picMkLst>
            <pc:docMk/>
            <pc:sldMk cId="1860899167" sldId="269"/>
            <ac:picMk id="5" creationId="{62B8DD74-07AD-190F-6DD3-42DE7011480E}"/>
          </ac:picMkLst>
        </pc:picChg>
        <pc:picChg chg="add mod">
          <ac:chgData name="NavyaThara Ramesh" userId="8e1179b203cd3529" providerId="LiveId" clId="{22F7DC27-E761-4BDC-B343-28401579FC6A}" dt="2026-07-02T07:08:03.165" v="1317" actId="1076"/>
          <ac:picMkLst>
            <pc:docMk/>
            <pc:sldMk cId="1860899167" sldId="269"/>
            <ac:picMk id="7" creationId="{FED569A0-4FCD-6800-707D-6BD1C59C16A0}"/>
          </ac:picMkLst>
        </pc:picChg>
      </pc:sldChg>
      <pc:sldChg chg="modSp new mod">
        <pc:chgData name="NavyaThara Ramesh" userId="8e1179b203cd3529" providerId="LiveId" clId="{22F7DC27-E761-4BDC-B343-28401579FC6A}" dt="2026-06-20T09:27:46.184" v="893" actId="20577"/>
        <pc:sldMkLst>
          <pc:docMk/>
          <pc:sldMk cId="1368313626" sldId="270"/>
        </pc:sldMkLst>
        <pc:spChg chg="mod">
          <ac:chgData name="NavyaThara Ramesh" userId="8e1179b203cd3529" providerId="LiveId" clId="{22F7DC27-E761-4BDC-B343-28401579FC6A}" dt="2026-06-20T09:26:23.305" v="880" actId="207"/>
          <ac:spMkLst>
            <pc:docMk/>
            <pc:sldMk cId="1368313626" sldId="270"/>
            <ac:spMk id="2" creationId="{744ECB3C-250F-282F-68CE-CF8569B8D597}"/>
          </ac:spMkLst>
        </pc:spChg>
        <pc:spChg chg="mod">
          <ac:chgData name="NavyaThara Ramesh" userId="8e1179b203cd3529" providerId="LiveId" clId="{22F7DC27-E761-4BDC-B343-28401579FC6A}" dt="2026-06-20T09:27:46.184" v="893" actId="20577"/>
          <ac:spMkLst>
            <pc:docMk/>
            <pc:sldMk cId="1368313626" sldId="270"/>
            <ac:spMk id="3" creationId="{9BA36BFE-52B4-5F19-69E3-10C054A49DD4}"/>
          </ac:spMkLst>
        </pc:spChg>
      </pc:sldChg>
      <pc:sldChg chg="modSp new mod">
        <pc:chgData name="NavyaThara Ramesh" userId="8e1179b203cd3529" providerId="LiveId" clId="{22F7DC27-E761-4BDC-B343-28401579FC6A}" dt="2026-06-20T09:58:05.300" v="945" actId="20577"/>
        <pc:sldMkLst>
          <pc:docMk/>
          <pc:sldMk cId="2849726324" sldId="271"/>
        </pc:sldMkLst>
        <pc:spChg chg="mod">
          <ac:chgData name="NavyaThara Ramesh" userId="8e1179b203cd3529" providerId="LiveId" clId="{22F7DC27-E761-4BDC-B343-28401579FC6A}" dt="2026-06-20T09:36:53.004" v="921" actId="1076"/>
          <ac:spMkLst>
            <pc:docMk/>
            <pc:sldMk cId="2849726324" sldId="271"/>
            <ac:spMk id="2" creationId="{3BA3D187-72B4-DDEA-F877-648206722203}"/>
          </ac:spMkLst>
        </pc:spChg>
        <pc:spChg chg="mod">
          <ac:chgData name="NavyaThara Ramesh" userId="8e1179b203cd3529" providerId="LiveId" clId="{22F7DC27-E761-4BDC-B343-28401579FC6A}" dt="2026-06-20T09:58:05.300" v="945" actId="20577"/>
          <ac:spMkLst>
            <pc:docMk/>
            <pc:sldMk cId="2849726324" sldId="271"/>
            <ac:spMk id="3" creationId="{3BB4D01E-82B6-E860-49AD-F9AA219C48AE}"/>
          </ac:spMkLst>
        </pc:spChg>
      </pc:sldChg>
      <pc:sldChg chg="modSp new mod">
        <pc:chgData name="NavyaThara Ramesh" userId="8e1179b203cd3529" providerId="LiveId" clId="{22F7DC27-E761-4BDC-B343-28401579FC6A}" dt="2026-06-20T09:58:17.707" v="948" actId="20577"/>
        <pc:sldMkLst>
          <pc:docMk/>
          <pc:sldMk cId="2379421363" sldId="272"/>
        </pc:sldMkLst>
        <pc:spChg chg="mod">
          <ac:chgData name="NavyaThara Ramesh" userId="8e1179b203cd3529" providerId="LiveId" clId="{22F7DC27-E761-4BDC-B343-28401579FC6A}" dt="2026-06-20T09:56:11.815" v="936"/>
          <ac:spMkLst>
            <pc:docMk/>
            <pc:sldMk cId="2379421363" sldId="272"/>
            <ac:spMk id="2" creationId="{142ED22B-E0F7-6C40-96B0-B8D65B505ECE}"/>
          </ac:spMkLst>
        </pc:spChg>
        <pc:spChg chg="mod">
          <ac:chgData name="NavyaThara Ramesh" userId="8e1179b203cd3529" providerId="LiveId" clId="{22F7DC27-E761-4BDC-B343-28401579FC6A}" dt="2026-06-20T09:58:17.707" v="948" actId="20577"/>
          <ac:spMkLst>
            <pc:docMk/>
            <pc:sldMk cId="2379421363" sldId="272"/>
            <ac:spMk id="3" creationId="{42A9AEA6-B5A2-58C7-0A31-62526337140C}"/>
          </ac:spMkLst>
        </pc:spChg>
      </pc:sldChg>
      <pc:sldChg chg="addSp delSp modSp new mod">
        <pc:chgData name="NavyaThara Ramesh" userId="8e1179b203cd3529" providerId="LiveId" clId="{22F7DC27-E761-4BDC-B343-28401579FC6A}" dt="2026-07-02T06:49:01.070" v="1273" actId="1076"/>
        <pc:sldMkLst>
          <pc:docMk/>
          <pc:sldMk cId="683580117" sldId="273"/>
        </pc:sldMkLst>
        <pc:spChg chg="mod">
          <ac:chgData name="NavyaThara Ramesh" userId="8e1179b203cd3529" providerId="LiveId" clId="{22F7DC27-E761-4BDC-B343-28401579FC6A}" dt="2026-07-02T06:15:31.568" v="1210" actId="14100"/>
          <ac:spMkLst>
            <pc:docMk/>
            <pc:sldMk cId="683580117" sldId="273"/>
            <ac:spMk id="2" creationId="{54519FA9-5ECE-1040-761D-FECD32274880}"/>
          </ac:spMkLst>
        </pc:spChg>
        <pc:spChg chg="mod">
          <ac:chgData name="NavyaThara Ramesh" userId="8e1179b203cd3529" providerId="LiveId" clId="{22F7DC27-E761-4BDC-B343-28401579FC6A}" dt="2026-07-02T06:17:09.816" v="1224" actId="255"/>
          <ac:spMkLst>
            <pc:docMk/>
            <pc:sldMk cId="683580117" sldId="273"/>
            <ac:spMk id="3" creationId="{F04125D4-5076-B1FF-5829-BB0D5BEDFF65}"/>
          </ac:spMkLst>
        </pc:spChg>
        <pc:picChg chg="add mod">
          <ac:chgData name="NavyaThara Ramesh" userId="8e1179b203cd3529" providerId="LiveId" clId="{22F7DC27-E761-4BDC-B343-28401579FC6A}" dt="2026-07-02T06:49:01.070" v="1273" actId="1076"/>
          <ac:picMkLst>
            <pc:docMk/>
            <pc:sldMk cId="683580117" sldId="273"/>
            <ac:picMk id="7" creationId="{F1838975-2171-09B5-BE88-BD4A8C8901B7}"/>
          </ac:picMkLst>
        </pc:picChg>
        <pc:picChg chg="add mod">
          <ac:chgData name="NavyaThara Ramesh" userId="8e1179b203cd3529" providerId="LiveId" clId="{22F7DC27-E761-4BDC-B343-28401579FC6A}" dt="2026-07-02T06:48:59.110" v="1272" actId="14100"/>
          <ac:picMkLst>
            <pc:docMk/>
            <pc:sldMk cId="683580117" sldId="273"/>
            <ac:picMk id="9" creationId="{3F77B115-2C00-E175-2259-169AAB6D1D63}"/>
          </ac:picMkLst>
        </pc:picChg>
      </pc:sldChg>
      <pc:sldChg chg="addSp modSp new mod">
        <pc:chgData name="NavyaThara Ramesh" userId="8e1179b203cd3529" providerId="LiveId" clId="{22F7DC27-E761-4BDC-B343-28401579FC6A}" dt="2026-07-02T07:00:25.467" v="1290" actId="1076"/>
        <pc:sldMkLst>
          <pc:docMk/>
          <pc:sldMk cId="3161365533" sldId="274"/>
        </pc:sldMkLst>
        <pc:spChg chg="mod">
          <ac:chgData name="NavyaThara Ramesh" userId="8e1179b203cd3529" providerId="LiveId" clId="{22F7DC27-E761-4BDC-B343-28401579FC6A}" dt="2026-07-02T06:15:50.059" v="1213"/>
          <ac:spMkLst>
            <pc:docMk/>
            <pc:sldMk cId="3161365533" sldId="274"/>
            <ac:spMk id="2" creationId="{58062602-65B4-38D8-5107-2D89EA070144}"/>
          </ac:spMkLst>
        </pc:spChg>
        <pc:spChg chg="mod">
          <ac:chgData name="NavyaThara Ramesh" userId="8e1179b203cd3529" providerId="LiveId" clId="{22F7DC27-E761-4BDC-B343-28401579FC6A}" dt="2026-07-02T06:17:31.104" v="1227"/>
          <ac:spMkLst>
            <pc:docMk/>
            <pc:sldMk cId="3161365533" sldId="274"/>
            <ac:spMk id="3" creationId="{87CC8F56-619C-7226-98EE-A597E3D6EAB9}"/>
          </ac:spMkLst>
        </pc:spChg>
        <pc:picChg chg="add mod">
          <ac:chgData name="NavyaThara Ramesh" userId="8e1179b203cd3529" providerId="LiveId" clId="{22F7DC27-E761-4BDC-B343-28401579FC6A}" dt="2026-07-02T06:59:04.289" v="1283" actId="1076"/>
          <ac:picMkLst>
            <pc:docMk/>
            <pc:sldMk cId="3161365533" sldId="274"/>
            <ac:picMk id="5" creationId="{EDDAD278-83D0-8193-28A0-8C08BD0C2D3F}"/>
          </ac:picMkLst>
        </pc:picChg>
        <pc:picChg chg="add mod">
          <ac:chgData name="NavyaThara Ramesh" userId="8e1179b203cd3529" providerId="LiveId" clId="{22F7DC27-E761-4BDC-B343-28401579FC6A}" dt="2026-07-02T07:00:25.467" v="1290" actId="1076"/>
          <ac:picMkLst>
            <pc:docMk/>
            <pc:sldMk cId="3161365533" sldId="274"/>
            <ac:picMk id="7" creationId="{CDB7ED42-9DC9-19EB-5039-65E1DBAD9325}"/>
          </ac:picMkLst>
        </pc:picChg>
      </pc:sldChg>
      <pc:sldChg chg="addSp delSp modSp new mod ord">
        <pc:chgData name="NavyaThara Ramesh" userId="8e1179b203cd3529" providerId="LiveId" clId="{22F7DC27-E761-4BDC-B343-28401579FC6A}" dt="2026-07-04T06:56:01.475" v="1445" actId="1076"/>
        <pc:sldMkLst>
          <pc:docMk/>
          <pc:sldMk cId="3411650511" sldId="275"/>
        </pc:sldMkLst>
        <pc:spChg chg="mod">
          <ac:chgData name="NavyaThara Ramesh" userId="8e1179b203cd3529" providerId="LiveId" clId="{22F7DC27-E761-4BDC-B343-28401579FC6A}" dt="2026-07-02T07:08:35.032" v="1318" actId="14100"/>
          <ac:spMkLst>
            <pc:docMk/>
            <pc:sldMk cId="3411650511" sldId="275"/>
            <ac:spMk id="2" creationId="{A359915F-7377-F9F1-A8C1-A988293B9195}"/>
          </ac:spMkLst>
        </pc:spChg>
        <pc:spChg chg="mod">
          <ac:chgData name="NavyaThara Ramesh" userId="8e1179b203cd3529" providerId="LiveId" clId="{22F7DC27-E761-4BDC-B343-28401579FC6A}" dt="2026-07-02T07:15:33.668" v="1320" actId="14100"/>
          <ac:spMkLst>
            <pc:docMk/>
            <pc:sldMk cId="3411650511" sldId="275"/>
            <ac:spMk id="3" creationId="{2948ACA3-5776-51E4-22B9-1C6179109122}"/>
          </ac:spMkLst>
        </pc:spChg>
        <pc:picChg chg="add mod">
          <ac:chgData name="NavyaThara Ramesh" userId="8e1179b203cd3529" providerId="LiveId" clId="{22F7DC27-E761-4BDC-B343-28401579FC6A}" dt="2026-07-04T06:56:01.475" v="1445" actId="1076"/>
          <ac:picMkLst>
            <pc:docMk/>
            <pc:sldMk cId="3411650511" sldId="275"/>
            <ac:picMk id="4" creationId="{3B0267B5-F380-AC44-89AF-C971A29E9090}"/>
          </ac:picMkLst>
        </pc:picChg>
        <pc:picChg chg="add del mod">
          <ac:chgData name="NavyaThara Ramesh" userId="8e1179b203cd3529" providerId="LiveId" clId="{22F7DC27-E761-4BDC-B343-28401579FC6A}" dt="2026-07-04T06:53:54.576" v="1428" actId="21"/>
          <ac:picMkLst>
            <pc:docMk/>
            <pc:sldMk cId="3411650511" sldId="275"/>
            <ac:picMk id="5" creationId="{51047702-B28D-7330-297E-6B5652A4E127}"/>
          </ac:picMkLst>
        </pc:picChg>
        <pc:picChg chg="add mod">
          <ac:chgData name="NavyaThara Ramesh" userId="8e1179b203cd3529" providerId="LiveId" clId="{22F7DC27-E761-4BDC-B343-28401579FC6A}" dt="2026-07-04T06:55:17.987" v="1441"/>
          <ac:picMkLst>
            <pc:docMk/>
            <pc:sldMk cId="3411650511" sldId="275"/>
            <ac:picMk id="6" creationId="{EB2E22A5-F07C-BD8D-0A64-A90C83D84A3B}"/>
          </ac:picMkLst>
        </pc:picChg>
        <pc:picChg chg="add del mod">
          <ac:chgData name="NavyaThara Ramesh" userId="8e1179b203cd3529" providerId="LiveId" clId="{22F7DC27-E761-4BDC-B343-28401579FC6A}" dt="2026-07-04T06:55:20.855" v="1442" actId="21"/>
          <ac:picMkLst>
            <pc:docMk/>
            <pc:sldMk cId="3411650511" sldId="275"/>
            <ac:picMk id="7" creationId="{C728D459-E8B1-C2E1-8E38-F0EA1F43300B}"/>
          </ac:picMkLst>
        </pc:picChg>
      </pc:sldChg>
      <pc:sldChg chg="modSp new mod">
        <pc:chgData name="NavyaThara Ramesh" userId="8e1179b203cd3529" providerId="LiveId" clId="{22F7DC27-E761-4BDC-B343-28401579FC6A}" dt="2026-07-02T07:33:13.446" v="1390" actId="12"/>
        <pc:sldMkLst>
          <pc:docMk/>
          <pc:sldMk cId="4085272769" sldId="276"/>
        </pc:sldMkLst>
        <pc:spChg chg="mod">
          <ac:chgData name="NavyaThara Ramesh" userId="8e1179b203cd3529" providerId="LiveId" clId="{22F7DC27-E761-4BDC-B343-28401579FC6A}" dt="2026-07-02T07:30:13.918" v="1359" actId="14100"/>
          <ac:spMkLst>
            <pc:docMk/>
            <pc:sldMk cId="4085272769" sldId="276"/>
            <ac:spMk id="2" creationId="{AF295FEC-A8C4-52E2-C73E-3D5CA04505CA}"/>
          </ac:spMkLst>
        </pc:spChg>
        <pc:spChg chg="mod">
          <ac:chgData name="NavyaThara Ramesh" userId="8e1179b203cd3529" providerId="LiveId" clId="{22F7DC27-E761-4BDC-B343-28401579FC6A}" dt="2026-07-02T07:33:13.446" v="1390" actId="12"/>
          <ac:spMkLst>
            <pc:docMk/>
            <pc:sldMk cId="4085272769" sldId="276"/>
            <ac:spMk id="3" creationId="{7747A2CB-EF7F-22F1-27F1-C4B1FB2D4D94}"/>
          </ac:spMkLst>
        </pc:spChg>
      </pc:sldChg>
      <pc:sldChg chg="modSp new mod">
        <pc:chgData name="NavyaThara Ramesh" userId="8e1179b203cd3529" providerId="LiveId" clId="{22F7DC27-E761-4BDC-B343-28401579FC6A}" dt="2026-07-02T07:36:25.581" v="1426" actId="20577"/>
        <pc:sldMkLst>
          <pc:docMk/>
          <pc:sldMk cId="2508628692" sldId="277"/>
        </pc:sldMkLst>
        <pc:spChg chg="mod">
          <ac:chgData name="NavyaThara Ramesh" userId="8e1179b203cd3529" providerId="LiveId" clId="{22F7DC27-E761-4BDC-B343-28401579FC6A}" dt="2026-07-02T07:36:25.581" v="1426" actId="20577"/>
          <ac:spMkLst>
            <pc:docMk/>
            <pc:sldMk cId="2508628692" sldId="277"/>
            <ac:spMk id="2" creationId="{1633D5C9-40A0-D685-8502-B5063F5BAC09}"/>
          </ac:spMkLst>
        </pc:spChg>
        <pc:spChg chg="mod">
          <ac:chgData name="NavyaThara Ramesh" userId="8e1179b203cd3529" providerId="LiveId" clId="{22F7DC27-E761-4BDC-B343-28401579FC6A}" dt="2026-07-02T07:35:57.174" v="1406" actId="113"/>
          <ac:spMkLst>
            <pc:docMk/>
            <pc:sldMk cId="2508628692" sldId="277"/>
            <ac:spMk id="3" creationId="{0A83BDD2-476B-A128-4A7C-8A881EA6A73C}"/>
          </ac:spMkLst>
        </pc:spChg>
      </pc:sldChg>
      <pc:sldChg chg="modSp new mod">
        <pc:chgData name="NavyaThara Ramesh" userId="8e1179b203cd3529" providerId="LiveId" clId="{22F7DC27-E761-4BDC-B343-28401579FC6A}" dt="2026-07-04T07:02:33.205" v="1484" actId="20577"/>
        <pc:sldMkLst>
          <pc:docMk/>
          <pc:sldMk cId="1471453527" sldId="278"/>
        </pc:sldMkLst>
        <pc:spChg chg="mod">
          <ac:chgData name="NavyaThara Ramesh" userId="8e1179b203cd3529" providerId="LiveId" clId="{22F7DC27-E761-4BDC-B343-28401579FC6A}" dt="2026-07-04T06:57:03.365" v="1463" actId="20577"/>
          <ac:spMkLst>
            <pc:docMk/>
            <pc:sldMk cId="1471453527" sldId="278"/>
            <ac:spMk id="2" creationId="{59E4CBAD-1E07-1EB9-9144-56315FAA21FB}"/>
          </ac:spMkLst>
        </pc:spChg>
        <pc:spChg chg="mod">
          <ac:chgData name="NavyaThara Ramesh" userId="8e1179b203cd3529" providerId="LiveId" clId="{22F7DC27-E761-4BDC-B343-28401579FC6A}" dt="2026-07-04T07:02:33.205" v="1484" actId="20577"/>
          <ac:spMkLst>
            <pc:docMk/>
            <pc:sldMk cId="1471453527" sldId="278"/>
            <ac:spMk id="3" creationId="{1291516E-84C4-4B91-ABE2-537B234DE13A}"/>
          </ac:spMkLst>
        </pc:spChg>
      </pc:sldChg>
      <pc:sldMasterChg chg="delSldLayout">
        <pc:chgData name="NavyaThara Ramesh" userId="8e1179b203cd3529" providerId="LiveId" clId="{22F7DC27-E761-4BDC-B343-28401579FC6A}" dt="2026-06-20T09:39:05.538" v="932" actId="2696"/>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cheruku-sravani-103349404/"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01615"/>
            <a:ext cx="12190815" cy="6694098"/>
          </a:xfrm>
          <a:prstGeom prst="rect">
            <a:avLst/>
          </a:prstGeom>
          <a:noFill/>
          <a:ln>
            <a:noFill/>
          </a:ln>
        </p:spPr>
      </p:pic>
      <p:sp>
        <p:nvSpPr>
          <p:cNvPr id="99" name="Google Shape;99;p1"/>
          <p:cNvSpPr txBox="1"/>
          <p:nvPr/>
        </p:nvSpPr>
        <p:spPr>
          <a:xfrm>
            <a:off x="3157463" y="3768228"/>
            <a:ext cx="6057941"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3200" b="1" dirty="0">
                <a:solidFill>
                  <a:schemeClr val="dk1"/>
                </a:solidFill>
                <a:latin typeface="Calibri"/>
                <a:ea typeface="Calibri"/>
                <a:cs typeface="Calibri"/>
                <a:sym typeface="Calibri"/>
              </a:rPr>
              <a:t>Worldwide</a:t>
            </a:r>
            <a:r>
              <a:rPr lang="en-IN" sz="3200" dirty="0">
                <a:solidFill>
                  <a:schemeClr val="dk1"/>
                </a:solidFill>
                <a:latin typeface="Calibri"/>
                <a:ea typeface="Calibri"/>
                <a:cs typeface="Calibri"/>
                <a:sym typeface="Calibri"/>
              </a:rPr>
              <a:t> </a:t>
            </a:r>
            <a:r>
              <a:rPr lang="en-IN" sz="3200" b="1" dirty="0">
                <a:solidFill>
                  <a:schemeClr val="dk1"/>
                </a:solidFill>
                <a:latin typeface="Calibri"/>
                <a:ea typeface="Calibri"/>
                <a:cs typeface="Calibri"/>
                <a:sym typeface="Calibri"/>
              </a:rPr>
              <a:t>Energy</a:t>
            </a:r>
            <a:r>
              <a:rPr lang="en-IN" sz="3200" dirty="0">
                <a:solidFill>
                  <a:schemeClr val="dk1"/>
                </a:solidFill>
                <a:latin typeface="Calibri"/>
                <a:ea typeface="Calibri"/>
                <a:cs typeface="Calibri"/>
                <a:sym typeface="Calibri"/>
              </a:rPr>
              <a:t> </a:t>
            </a:r>
            <a:r>
              <a:rPr lang="en-IN" sz="3600" b="1" dirty="0">
                <a:solidFill>
                  <a:schemeClr val="dk1"/>
                </a:solidFill>
                <a:latin typeface="Calibri"/>
                <a:ea typeface="Calibri"/>
                <a:cs typeface="Calibri"/>
                <a:sym typeface="Calibri"/>
              </a:rPr>
              <a:t>Consumption</a:t>
            </a:r>
            <a:r>
              <a:rPr lang="en-IN" sz="3200" dirty="0">
                <a:solidFill>
                  <a:schemeClr val="dk1"/>
                </a:solidFill>
                <a:latin typeface="Calibri"/>
                <a:ea typeface="Calibri"/>
                <a:cs typeface="Calibri"/>
                <a:sym typeface="Calibri"/>
              </a:rPr>
              <a:t> </a:t>
            </a:r>
            <a:endParaRPr sz="32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99770540-ECED-9AFD-B3EF-A11C418F4864}"/>
              </a:ext>
            </a:extLst>
          </p:cNvPr>
          <p:cNvSpPr txBox="1"/>
          <p:nvPr/>
        </p:nvSpPr>
        <p:spPr>
          <a:xfrm>
            <a:off x="8088923" y="5272118"/>
            <a:ext cx="3617407" cy="646331"/>
          </a:xfrm>
          <a:prstGeom prst="rect">
            <a:avLst/>
          </a:prstGeom>
          <a:noFill/>
        </p:spPr>
        <p:txBody>
          <a:bodyPr wrap="square" rtlCol="0">
            <a:spAutoFit/>
          </a:bodyPr>
          <a:lstStyle/>
          <a:p>
            <a:r>
              <a:rPr lang="en-IN" sz="1800" b="1" dirty="0"/>
              <a:t>CHERUKU SRAVANI </a:t>
            </a:r>
          </a:p>
          <a:p>
            <a:r>
              <a:rPr lang="en-IN" sz="1800" b="1" dirty="0"/>
              <a:t>Batch no : 546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27656" y="1234397"/>
            <a:ext cx="11533292" cy="3785611"/>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chemeClr val="dk1"/>
                </a:solidFill>
                <a:latin typeface="Calibri"/>
                <a:ea typeface="Calibri"/>
                <a:cs typeface="Calibri"/>
                <a:sym typeface="Calibri"/>
              </a:rPr>
              <a:t>Background? (B-tech or M-tech): </a:t>
            </a:r>
            <a:r>
              <a:rPr lang="en-IN" sz="2400" dirty="0">
                <a:solidFill>
                  <a:schemeClr val="dk1"/>
                </a:solidFill>
                <a:latin typeface="Calibri"/>
                <a:ea typeface="Calibri"/>
                <a:cs typeface="Calibri"/>
                <a:sym typeface="Calibri"/>
              </a:rPr>
              <a:t>B-tech</a:t>
            </a:r>
            <a:endParaRPr sz="2400"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endParaRPr lang="en-IN" sz="2400" b="1"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chemeClr val="dk1"/>
                </a:solidFill>
                <a:latin typeface="Calibri"/>
                <a:ea typeface="Calibri"/>
                <a:cs typeface="Calibri"/>
                <a:sym typeface="Calibri"/>
              </a:rPr>
              <a:t>Why you want to learn Data Analytics</a:t>
            </a:r>
          </a:p>
          <a:p>
            <a:pPr lvl="0" algn="just">
              <a:buClr>
                <a:schemeClr val="dk1"/>
              </a:buClr>
              <a:buSzPts val="2400"/>
            </a:pPr>
            <a:r>
              <a:rPr lang="en-IN" sz="2400" b="1" dirty="0">
                <a:solidFill>
                  <a:schemeClr val="dk1"/>
                </a:solidFill>
                <a:latin typeface="Calibri"/>
                <a:ea typeface="Calibri"/>
                <a:cs typeface="Calibri"/>
                <a:sym typeface="Calibri"/>
              </a:rPr>
              <a:t>     </a:t>
            </a:r>
            <a:r>
              <a:rPr lang="en-IN" sz="2400" dirty="0">
                <a:latin typeface="Calibri" panose="020F0502020204030204" pitchFamily="34" charset="0"/>
                <a:ea typeface="Calibri" panose="020F0502020204030204" pitchFamily="34" charset="0"/>
                <a:cs typeface="Calibri" panose="020F0502020204030204" pitchFamily="34" charset="0"/>
              </a:rPr>
              <a:t>I enjoy working with data and finding patterns that help solve problems. Data analytics</a:t>
            </a:r>
          </a:p>
          <a:p>
            <a:pPr lvl="0" algn="just">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combines logical thinking, technology, and business understanding, which makes it an</a:t>
            </a:r>
          </a:p>
          <a:p>
            <a:pPr lvl="0" algn="just">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interesting career for me. I like turning raw data into meaningful insights that can</a:t>
            </a:r>
          </a:p>
          <a:p>
            <a:pPr lvl="0" algn="just">
              <a:buClr>
                <a:schemeClr val="dk1"/>
              </a:buClr>
              <a:buSzPts val="2400"/>
            </a:pPr>
            <a:r>
              <a:rPr lang="en-IN" sz="2400" dirty="0">
                <a:latin typeface="Calibri" panose="020F0502020204030204" pitchFamily="34" charset="0"/>
                <a:ea typeface="Calibri" panose="020F0502020204030204" pitchFamily="34" charset="0"/>
                <a:cs typeface="Calibri" panose="020F0502020204030204" pitchFamily="34" charset="0"/>
              </a:rPr>
              <a:t>     support better decision-making.</a:t>
            </a:r>
            <a:endParaRP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marR="0" lvl="0" indent="-323850" algn="l" rtl="0">
              <a:lnSpc>
                <a:spcPct val="100000"/>
              </a:lnSpc>
              <a:spcBef>
                <a:spcPts val="0"/>
              </a:spcBef>
              <a:spcAft>
                <a:spcPts val="0"/>
              </a:spcAft>
              <a:buClr>
                <a:schemeClr val="dk1"/>
              </a:buClr>
              <a:buSzPts val="2400"/>
              <a:buFont typeface="Calibri"/>
              <a:buChar char="•"/>
            </a:pPr>
            <a:r>
              <a:rPr lang="en-IN" sz="2400" b="1" i="0" u="none" strike="noStrike" cap="none" dirty="0">
                <a:solidFill>
                  <a:schemeClr val="dk1"/>
                </a:solidFill>
                <a:latin typeface="Calibri"/>
                <a:ea typeface="Calibri"/>
                <a:cs typeface="Calibri"/>
                <a:sym typeface="Calibri"/>
              </a:rPr>
              <a:t>Share your </a:t>
            </a:r>
            <a:r>
              <a:rPr lang="en-IN" sz="2400" b="1" dirty="0">
                <a:solidFill>
                  <a:schemeClr val="dk1"/>
                </a:solidFill>
                <a:latin typeface="Calibri"/>
                <a:ea typeface="Calibri"/>
                <a:cs typeface="Calibri"/>
                <a:sym typeface="Calibri"/>
              </a:rPr>
              <a:t>LinkedIn</a:t>
            </a:r>
            <a:r>
              <a:rPr lang="en-IN" sz="2400" b="1" i="0" u="none" strike="noStrike" cap="none" dirty="0">
                <a:solidFill>
                  <a:schemeClr val="dk1"/>
                </a:solidFill>
                <a:latin typeface="Calibri"/>
                <a:ea typeface="Calibri"/>
                <a:cs typeface="Calibri"/>
                <a:sym typeface="Calibri"/>
              </a:rPr>
              <a:t> profile </a:t>
            </a:r>
            <a:r>
              <a:rPr lang="en-IN" sz="2400" b="1" dirty="0">
                <a:solidFill>
                  <a:schemeClr val="dk1"/>
                </a:solidFill>
                <a:latin typeface="Calibri"/>
                <a:ea typeface="Calibri"/>
                <a:cs typeface="Calibri"/>
                <a:sym typeface="Calibri"/>
              </a:rPr>
              <a:t>URL</a:t>
            </a:r>
          </a:p>
          <a:p>
            <a:pPr>
              <a:buClr>
                <a:schemeClr val="dk1"/>
              </a:buClr>
              <a:buSzPts val="2400"/>
            </a:pPr>
            <a:r>
              <a:rPr lang="en-IN" sz="2400" b="1" i="0" u="none" strike="noStrike" cap="none" dirty="0">
                <a:solidFill>
                  <a:schemeClr val="dk1"/>
                </a:solidFill>
                <a:latin typeface="Calibri"/>
                <a:ea typeface="Calibri"/>
                <a:cs typeface="Calibri"/>
                <a:sym typeface="Calibri"/>
              </a:rPr>
              <a:t>    </a:t>
            </a:r>
            <a:r>
              <a:rPr lang="en-IN" sz="2400" b="1" dirty="0">
                <a:hlinkClick r:id="rId3"/>
              </a:rPr>
              <a:t>linkedin.com/in/cheruku-sravani-103349404</a:t>
            </a:r>
            <a:endParaRPr lang="en-IN" sz="2400" b="1" dirty="0">
              <a:solidFill>
                <a:schemeClr val="dk1"/>
              </a:solidFill>
              <a:latin typeface="Calibri"/>
              <a:ea typeface="Calibri"/>
              <a:cs typeface="Calibri"/>
              <a:sym typeface="Calibri"/>
            </a:endParaRPr>
          </a:p>
          <a:p>
            <a:pPr lvl="0">
              <a:buClr>
                <a:schemeClr val="dk1"/>
              </a:buClr>
              <a:buSzPts val="2400"/>
            </a:pPr>
            <a:endParaRPr sz="24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 name="Google Shape;105;p3"/>
          <p:cNvSpPr txBox="1"/>
          <p:nvPr/>
        </p:nvSpPr>
        <p:spPr>
          <a:xfrm>
            <a:off x="823965" y="416554"/>
            <a:ext cx="10671349" cy="633979"/>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4400" b="1" i="0" u="none" strike="noStrike" cap="none" dirty="0">
                <a:solidFill>
                  <a:srgbClr val="C00000"/>
                </a:solidFill>
                <a:latin typeface="Calibri" panose="020F0502020204030204" pitchFamily="34" charset="0"/>
                <a:ea typeface="Calibri" panose="020F0502020204030204" pitchFamily="34" charset="0"/>
                <a:cs typeface="Calibri" panose="020F0502020204030204" pitchFamily="34" charset="0"/>
                <a:sym typeface="Lato Black"/>
              </a:rPr>
              <a:t>About me</a:t>
            </a:r>
            <a:endParaRPr sz="4400" b="1" i="0" u="none" strike="noStrike" cap="none" dirty="0">
              <a:solidFill>
                <a:srgbClr val="C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279512"/>
            <a:ext cx="11302804" cy="10468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C00000"/>
                </a:solidFill>
              </a:rPr>
              <a:t>    Agenda  </a:t>
            </a:r>
            <a:endParaRPr b="1" dirty="0">
              <a:solidFill>
                <a:srgbClr val="C00000"/>
              </a:solidFill>
            </a:endParaRPr>
          </a:p>
        </p:txBody>
      </p:sp>
      <p:sp>
        <p:nvSpPr>
          <p:cNvPr id="111" name="Google Shape;111;p4"/>
          <p:cNvSpPr txBox="1">
            <a:spLocks noGrp="1"/>
          </p:cNvSpPr>
          <p:nvPr>
            <p:ph type="body" idx="1"/>
          </p:nvPr>
        </p:nvSpPr>
        <p:spPr>
          <a:xfrm>
            <a:off x="684880" y="1326382"/>
            <a:ext cx="10515600" cy="4943985"/>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Business Problem</a:t>
            </a:r>
            <a:endParaRPr sz="2400" dirty="0"/>
          </a:p>
          <a:p>
            <a:pPr lvl="0" indent="-431800">
              <a:buSzPts val="2400"/>
            </a:pPr>
            <a:r>
              <a:rPr lang="en-IN" sz="2400" b="1" dirty="0"/>
              <a:t>Business Problem Statement </a:t>
            </a:r>
          </a:p>
          <a:p>
            <a:pPr lvl="0" indent="-431800">
              <a:buSzPts val="2400"/>
            </a:pPr>
            <a:r>
              <a:rPr lang="en-IN" sz="2400" b="1" dirty="0"/>
              <a:t>Introduction</a:t>
            </a:r>
            <a:endParaRPr sz="2400" dirty="0"/>
          </a:p>
          <a:p>
            <a:pPr marL="457200" lvl="0" indent="-431800" algn="l" rtl="0">
              <a:lnSpc>
                <a:spcPct val="90000"/>
              </a:lnSpc>
              <a:spcBef>
                <a:spcPts val="1000"/>
              </a:spcBef>
              <a:spcAft>
                <a:spcPts val="0"/>
              </a:spcAft>
              <a:buSzPts val="2400"/>
              <a:buChar char="•"/>
            </a:pPr>
            <a:r>
              <a:rPr lang="en-IN" sz="2400" b="1" dirty="0"/>
              <a:t>ER Diagram</a:t>
            </a:r>
            <a:endParaRPr sz="2400" dirty="0"/>
          </a:p>
          <a:p>
            <a:pPr marL="457200" lvl="0" indent="-431800" algn="l" rtl="0">
              <a:lnSpc>
                <a:spcPct val="90000"/>
              </a:lnSpc>
              <a:spcBef>
                <a:spcPts val="1000"/>
              </a:spcBef>
              <a:spcAft>
                <a:spcPts val="0"/>
              </a:spcAft>
              <a:buSzPts val="2400"/>
              <a:buChar char="•"/>
            </a:pPr>
            <a:r>
              <a:rPr lang="en-IN" sz="2400" b="1" dirty="0"/>
              <a:t>Analysis Queries</a:t>
            </a:r>
          </a:p>
          <a:p>
            <a:pPr marL="457200" lvl="0" indent="-431800" algn="l" rtl="0">
              <a:lnSpc>
                <a:spcPct val="90000"/>
              </a:lnSpc>
              <a:spcBef>
                <a:spcPts val="1000"/>
              </a:spcBef>
              <a:spcAft>
                <a:spcPts val="0"/>
              </a:spcAft>
              <a:buSzPts val="2400"/>
              <a:buChar char="•"/>
            </a:pPr>
            <a:r>
              <a:rPr lang="en-IN" sz="2400" b="1" dirty="0"/>
              <a:t>Insights</a:t>
            </a:r>
          </a:p>
          <a:p>
            <a:pPr marL="457200" lvl="0" indent="-431800" algn="l" rtl="0">
              <a:lnSpc>
                <a:spcPct val="90000"/>
              </a:lnSpc>
              <a:spcBef>
                <a:spcPts val="1000"/>
              </a:spcBef>
              <a:spcAft>
                <a:spcPts val="0"/>
              </a:spcAft>
              <a:buSzPts val="2400"/>
              <a:buChar char="•"/>
            </a:pPr>
            <a:r>
              <a:rPr lang="en-IN" sz="2400" b="1" dirty="0"/>
              <a:t>Conclusion</a:t>
            </a:r>
          </a:p>
          <a:p>
            <a:pPr marL="457200" lvl="0" indent="-431800" algn="l" rtl="0">
              <a:lnSpc>
                <a:spcPct val="90000"/>
              </a:lnSpc>
              <a:spcBef>
                <a:spcPts val="1000"/>
              </a:spcBef>
              <a:spcAft>
                <a:spcPts val="0"/>
              </a:spcAft>
              <a:buSzPts val="2400"/>
              <a:buChar char="•"/>
            </a:pPr>
            <a:r>
              <a:rPr lang="en-IN" sz="2400" b="1" dirty="0"/>
              <a:t>Recommendation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ECB3C-250F-282F-68CE-CF8569B8D597}"/>
              </a:ext>
            </a:extLst>
          </p:cNvPr>
          <p:cNvSpPr>
            <a:spLocks noGrp="1"/>
          </p:cNvSpPr>
          <p:nvPr>
            <p:ph type="title"/>
          </p:nvPr>
        </p:nvSpPr>
        <p:spPr>
          <a:xfrm>
            <a:off x="838200" y="365125"/>
            <a:ext cx="10515600" cy="951209"/>
          </a:xfrm>
        </p:spPr>
        <p:txBody>
          <a:bodyPr/>
          <a:lstStyle/>
          <a:p>
            <a:r>
              <a:rPr lang="en-IN" b="1" dirty="0">
                <a:solidFill>
                  <a:srgbClr val="C00000"/>
                </a:solidFill>
              </a:rPr>
              <a:t>Business Problem</a:t>
            </a:r>
          </a:p>
        </p:txBody>
      </p:sp>
      <p:sp>
        <p:nvSpPr>
          <p:cNvPr id="3" name="Text Placeholder 2">
            <a:extLst>
              <a:ext uri="{FF2B5EF4-FFF2-40B4-BE49-F238E27FC236}">
                <a16:creationId xmlns:a16="http://schemas.microsoft.com/office/drawing/2014/main" id="{9BA36BFE-52B4-5F19-69E3-10C054A49DD4}"/>
              </a:ext>
            </a:extLst>
          </p:cNvPr>
          <p:cNvSpPr>
            <a:spLocks noGrp="1"/>
          </p:cNvSpPr>
          <p:nvPr>
            <p:ph type="body" idx="1"/>
          </p:nvPr>
        </p:nvSpPr>
        <p:spPr>
          <a:xfrm>
            <a:off x="838200" y="1587640"/>
            <a:ext cx="10515600" cy="4589323"/>
          </a:xfrm>
        </p:spPr>
        <p:txBody>
          <a:bodyPr>
            <a:normAutofit/>
          </a:bodyPr>
          <a:lstStyle/>
          <a:p>
            <a:pPr marL="114300" indent="0" algn="just">
              <a:buNone/>
            </a:pPr>
            <a:r>
              <a:rPr lang="en-IN" sz="2400" dirty="0"/>
              <a:t>With increasing industrialization, economic growth, and population expansion, global energy demand has risen significantly, leading to higher carbon emissions and environmental concerns. </a:t>
            </a:r>
          </a:p>
          <a:p>
            <a:pPr marL="114300" indent="0" algn="just">
              <a:buNone/>
            </a:pPr>
            <a:r>
              <a:rPr lang="en-IN" sz="2400" dirty="0"/>
              <a:t>Countries differ in their energy production, consumption, GDP, and population patterns, making it challenging to understand their impact on emissions and energy efficiency. </a:t>
            </a:r>
          </a:p>
          <a:p>
            <a:pPr marL="114300" indent="0" algn="just">
              <a:buNone/>
            </a:pPr>
            <a:r>
              <a:rPr lang="en-IN" sz="2400" dirty="0"/>
              <a:t>Therefore, there is a need to analyse global energy, GDP, population, and emission data to identify trends, compare countries, and generate insights that support sustainable energy management and environmentally responsible decision-making.</a:t>
            </a:r>
          </a:p>
          <a:p>
            <a:pPr algn="just"/>
            <a:endParaRPr lang="en-IN" sz="2400" dirty="0"/>
          </a:p>
        </p:txBody>
      </p:sp>
    </p:spTree>
    <p:extLst>
      <p:ext uri="{BB962C8B-B14F-4D97-AF65-F5344CB8AC3E}">
        <p14:creationId xmlns:p14="http://schemas.microsoft.com/office/powerpoint/2010/main" val="136831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D187-72B4-DDEA-F877-648206722203}"/>
              </a:ext>
            </a:extLst>
          </p:cNvPr>
          <p:cNvSpPr>
            <a:spLocks noGrp="1"/>
          </p:cNvSpPr>
          <p:nvPr>
            <p:ph type="title"/>
          </p:nvPr>
        </p:nvSpPr>
        <p:spPr>
          <a:xfrm>
            <a:off x="838200" y="220505"/>
            <a:ext cx="10515600" cy="921064"/>
          </a:xfrm>
        </p:spPr>
        <p:txBody>
          <a:bodyPr>
            <a:normAutofit/>
          </a:bodyPr>
          <a:lstStyle/>
          <a:p>
            <a:r>
              <a:rPr lang="en-IN" b="1" dirty="0">
                <a:solidFill>
                  <a:srgbClr val="C00000"/>
                </a:solidFill>
              </a:rPr>
              <a:t>Business Problem Statement</a:t>
            </a:r>
            <a:endParaRPr lang="en-IN" dirty="0">
              <a:solidFill>
                <a:srgbClr val="C00000"/>
              </a:solidFill>
            </a:endParaRPr>
          </a:p>
        </p:txBody>
      </p:sp>
      <p:sp>
        <p:nvSpPr>
          <p:cNvPr id="3" name="Text Placeholder 2">
            <a:extLst>
              <a:ext uri="{FF2B5EF4-FFF2-40B4-BE49-F238E27FC236}">
                <a16:creationId xmlns:a16="http://schemas.microsoft.com/office/drawing/2014/main" id="{3BB4D01E-82B6-E860-49AD-F9AA219C48AE}"/>
              </a:ext>
            </a:extLst>
          </p:cNvPr>
          <p:cNvSpPr>
            <a:spLocks noGrp="1"/>
          </p:cNvSpPr>
          <p:nvPr>
            <p:ph type="body" idx="1"/>
          </p:nvPr>
        </p:nvSpPr>
        <p:spPr>
          <a:xfrm>
            <a:off x="838200" y="1141569"/>
            <a:ext cx="10515600" cy="4867345"/>
          </a:xfrm>
        </p:spPr>
        <p:txBody>
          <a:bodyPr>
            <a:noAutofit/>
          </a:bodyPr>
          <a:lstStyle/>
          <a:p>
            <a:pPr marL="114300" indent="0" algn="just">
              <a:buNone/>
            </a:pPr>
            <a:r>
              <a:rPr lang="en-IN" sz="2400" dirty="0"/>
              <a:t>With increasing energy demand and carbon emissions, there is a need to understand the relationship between energy production, consumption, GDP, population, and emissions. Using </a:t>
            </a:r>
            <a:r>
              <a:rPr lang="en-IN" sz="2400" b="1" dirty="0"/>
              <a:t>MySQL</a:t>
            </a:r>
            <a:r>
              <a:rPr lang="en-IN" sz="2400" dirty="0"/>
              <a:t>, this project analyses global energy data to identify trends, compare countries, and evaluate energy efficiency for sustainable decision-making.</a:t>
            </a:r>
          </a:p>
          <a:p>
            <a:pPr marL="114300" indent="0" algn="just">
              <a:buNone/>
            </a:pPr>
            <a:endParaRPr lang="en-IN" sz="2400" dirty="0"/>
          </a:p>
          <a:p>
            <a:pPr marL="114300" indent="0">
              <a:buNone/>
            </a:pPr>
            <a:r>
              <a:rPr lang="en-IN" sz="2400" b="1" dirty="0"/>
              <a:t>SQL Techniques Used:</a:t>
            </a:r>
          </a:p>
          <a:p>
            <a:r>
              <a:rPr lang="en-IN" sz="2400" b="1" dirty="0"/>
              <a:t>Joins:</a:t>
            </a:r>
            <a:r>
              <a:rPr lang="en-IN" sz="2400" dirty="0"/>
              <a:t> Combine data from multiple tables. </a:t>
            </a:r>
          </a:p>
          <a:p>
            <a:r>
              <a:rPr lang="en-IN" sz="2400" b="1" dirty="0"/>
              <a:t>Aggregate Functions:</a:t>
            </a:r>
            <a:r>
              <a:rPr lang="en-IN" sz="2400" dirty="0"/>
              <a:t> Calculate totals, averages, counts, etc. </a:t>
            </a:r>
          </a:p>
          <a:p>
            <a:r>
              <a:rPr lang="en-IN" sz="2400" b="1" dirty="0"/>
              <a:t>GROUP BY:</a:t>
            </a:r>
            <a:r>
              <a:rPr lang="en-IN" sz="2400" dirty="0"/>
              <a:t> Group similar records together. </a:t>
            </a:r>
          </a:p>
          <a:p>
            <a:r>
              <a:rPr lang="en-IN" sz="2400" b="1" dirty="0"/>
              <a:t>ORDER BY:</a:t>
            </a:r>
            <a:r>
              <a:rPr lang="en-IN" sz="2400" dirty="0"/>
              <a:t> Sort data in a specific order. </a:t>
            </a:r>
          </a:p>
        </p:txBody>
      </p:sp>
    </p:spTree>
    <p:extLst>
      <p:ext uri="{BB962C8B-B14F-4D97-AF65-F5344CB8AC3E}">
        <p14:creationId xmlns:p14="http://schemas.microsoft.com/office/powerpoint/2010/main" val="2849726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ED22B-E0F7-6C40-96B0-B8D65B505ECE}"/>
              </a:ext>
            </a:extLst>
          </p:cNvPr>
          <p:cNvSpPr>
            <a:spLocks noGrp="1"/>
          </p:cNvSpPr>
          <p:nvPr>
            <p:ph type="title"/>
          </p:nvPr>
        </p:nvSpPr>
        <p:spPr>
          <a:xfrm>
            <a:off x="838200" y="365125"/>
            <a:ext cx="10515600" cy="941161"/>
          </a:xfrm>
        </p:spPr>
        <p:txBody>
          <a:bodyPr/>
          <a:lstStyle/>
          <a:p>
            <a:r>
              <a:rPr lang="en-IN" b="1" dirty="0">
                <a:solidFill>
                  <a:srgbClr val="C00000"/>
                </a:solidFill>
              </a:rPr>
              <a:t>Business Problem Statement</a:t>
            </a:r>
            <a:endParaRPr lang="en-IN" dirty="0"/>
          </a:p>
        </p:txBody>
      </p:sp>
      <p:sp>
        <p:nvSpPr>
          <p:cNvPr id="3" name="Text Placeholder 2">
            <a:extLst>
              <a:ext uri="{FF2B5EF4-FFF2-40B4-BE49-F238E27FC236}">
                <a16:creationId xmlns:a16="http://schemas.microsoft.com/office/drawing/2014/main" id="{42A9AEA6-B5A2-58C7-0A31-62526337140C}"/>
              </a:ext>
            </a:extLst>
          </p:cNvPr>
          <p:cNvSpPr>
            <a:spLocks noGrp="1"/>
          </p:cNvSpPr>
          <p:nvPr>
            <p:ph type="body" idx="1"/>
          </p:nvPr>
        </p:nvSpPr>
        <p:spPr>
          <a:xfrm>
            <a:off x="838200" y="1587640"/>
            <a:ext cx="10515600" cy="4589323"/>
          </a:xfrm>
        </p:spPr>
        <p:txBody>
          <a:bodyPr>
            <a:normAutofit/>
          </a:bodyPr>
          <a:lstStyle/>
          <a:p>
            <a:r>
              <a:rPr lang="en-IN" sz="2400" b="1" dirty="0"/>
              <a:t>CTEs:</a:t>
            </a:r>
            <a:r>
              <a:rPr lang="en-IN" sz="2400" dirty="0"/>
              <a:t> Temporary result sets for simplifying complex queries.</a:t>
            </a:r>
          </a:p>
          <a:p>
            <a:r>
              <a:rPr lang="en-IN" sz="2400" b="1" dirty="0"/>
              <a:t>Subqueries:</a:t>
            </a:r>
            <a:r>
              <a:rPr lang="en-IN" sz="2400" dirty="0"/>
              <a:t> Query inside another query.</a:t>
            </a:r>
          </a:p>
          <a:p>
            <a:r>
              <a:rPr lang="en-IN" sz="2400" b="1" dirty="0"/>
              <a:t>Window Functions:</a:t>
            </a:r>
            <a:r>
              <a:rPr lang="en-IN" sz="2400" dirty="0"/>
              <a:t> Analyse data across related rows. </a:t>
            </a:r>
          </a:p>
          <a:p>
            <a:r>
              <a:rPr lang="en-IN" sz="2400" b="1" dirty="0"/>
              <a:t>LAG():</a:t>
            </a:r>
            <a:r>
              <a:rPr lang="en-IN" sz="2400" dirty="0"/>
              <a:t> Access previous row value.</a:t>
            </a:r>
          </a:p>
          <a:p>
            <a:r>
              <a:rPr lang="en-IN" sz="2400" b="1" dirty="0"/>
              <a:t>FIRST_VALUE():</a:t>
            </a:r>
            <a:r>
              <a:rPr lang="en-IN" sz="2400" dirty="0"/>
              <a:t> Get first value in a group. </a:t>
            </a:r>
          </a:p>
          <a:p>
            <a:r>
              <a:rPr lang="en-IN" sz="2400" b="1" dirty="0"/>
              <a:t>LAST_VALUE():</a:t>
            </a:r>
            <a:r>
              <a:rPr lang="en-IN" sz="2400" dirty="0"/>
              <a:t> Get last value in a group.</a:t>
            </a:r>
          </a:p>
          <a:p>
            <a:endParaRPr lang="en-IN" sz="2400" dirty="0"/>
          </a:p>
          <a:p>
            <a:endParaRPr lang="en-IN" sz="2400" dirty="0"/>
          </a:p>
        </p:txBody>
      </p:sp>
    </p:spTree>
    <p:extLst>
      <p:ext uri="{BB962C8B-B14F-4D97-AF65-F5344CB8AC3E}">
        <p14:creationId xmlns:p14="http://schemas.microsoft.com/office/powerpoint/2010/main" val="2379421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B2C1-00BC-91BF-9936-46DB6743C73A}"/>
              </a:ext>
            </a:extLst>
          </p:cNvPr>
          <p:cNvSpPr>
            <a:spLocks noGrp="1"/>
          </p:cNvSpPr>
          <p:nvPr>
            <p:ph type="title"/>
          </p:nvPr>
        </p:nvSpPr>
        <p:spPr>
          <a:xfrm>
            <a:off x="838200" y="365126"/>
            <a:ext cx="10515600" cy="800484"/>
          </a:xfrm>
        </p:spPr>
        <p:txBody>
          <a:bodyPr/>
          <a:lstStyle/>
          <a:p>
            <a:r>
              <a:rPr lang="en-IN" b="1" dirty="0">
                <a:solidFill>
                  <a:srgbClr val="C00000"/>
                </a:solidFill>
              </a:rPr>
              <a:t>Introduction</a:t>
            </a:r>
          </a:p>
        </p:txBody>
      </p:sp>
      <p:sp>
        <p:nvSpPr>
          <p:cNvPr id="3" name="Text Placeholder 2">
            <a:extLst>
              <a:ext uri="{FF2B5EF4-FFF2-40B4-BE49-F238E27FC236}">
                <a16:creationId xmlns:a16="http://schemas.microsoft.com/office/drawing/2014/main" id="{73595D09-02E0-4814-80CD-BCB398558761}"/>
              </a:ext>
            </a:extLst>
          </p:cNvPr>
          <p:cNvSpPr>
            <a:spLocks noGrp="1"/>
          </p:cNvSpPr>
          <p:nvPr>
            <p:ph type="body" idx="1"/>
          </p:nvPr>
        </p:nvSpPr>
        <p:spPr>
          <a:xfrm>
            <a:off x="838200" y="1165610"/>
            <a:ext cx="10515600" cy="5011353"/>
          </a:xfrm>
        </p:spPr>
        <p:txBody>
          <a:bodyPr>
            <a:noAutofit/>
          </a:bodyPr>
          <a:lstStyle/>
          <a:p>
            <a:pPr marL="114300" indent="0">
              <a:buNone/>
            </a:pPr>
            <a:r>
              <a:rPr lang="en-IN" sz="2400" dirty="0"/>
              <a:t>This project focuses on analysing global energy production, energy consumption, carbon emissions, GDP, and population data using MySQL. By applying SQL concepts such as Joins, Aggregate Functions, Subqueries, Common Table Expressions (CTEs), and Window Functions, the project aims to uncover trends, compare countries, measure energy efficiency, and derive meaningful insights that support sustainable energy management and data-driven decision-making.</a:t>
            </a:r>
          </a:p>
          <a:p>
            <a:pPr marL="114300" indent="0" algn="just">
              <a:buNone/>
            </a:pPr>
            <a:endParaRPr lang="en-IN" sz="2400" dirty="0"/>
          </a:p>
          <a:p>
            <a:r>
              <a:rPr lang="en-IN" sz="2400" b="1" dirty="0"/>
              <a:t>Datasets Used:</a:t>
            </a:r>
          </a:p>
        </p:txBody>
      </p:sp>
      <p:graphicFrame>
        <p:nvGraphicFramePr>
          <p:cNvPr id="4" name="Table 3">
            <a:extLst>
              <a:ext uri="{FF2B5EF4-FFF2-40B4-BE49-F238E27FC236}">
                <a16:creationId xmlns:a16="http://schemas.microsoft.com/office/drawing/2014/main" id="{22726421-EAED-F719-CF8F-6A24F549BD8A}"/>
              </a:ext>
            </a:extLst>
          </p:cNvPr>
          <p:cNvGraphicFramePr>
            <a:graphicFrameLocks noGrp="1"/>
          </p:cNvGraphicFramePr>
          <p:nvPr>
            <p:extLst>
              <p:ext uri="{D42A27DB-BD31-4B8C-83A1-F6EECF244321}">
                <p14:modId xmlns:p14="http://schemas.microsoft.com/office/powerpoint/2010/main" val="2721010472"/>
              </p:ext>
            </p:extLst>
          </p:nvPr>
        </p:nvGraphicFramePr>
        <p:xfrm>
          <a:off x="1318567" y="4306928"/>
          <a:ext cx="7443596" cy="1742440"/>
        </p:xfrm>
        <a:graphic>
          <a:graphicData uri="http://schemas.openxmlformats.org/drawingml/2006/table">
            <a:tbl>
              <a:tblPr firstRow="1" bandRow="1">
                <a:tableStyleId>{2D5ABB26-0587-4C30-8999-92F81FD0307C}</a:tableStyleId>
              </a:tblPr>
              <a:tblGrid>
                <a:gridCol w="3721798">
                  <a:extLst>
                    <a:ext uri="{9D8B030D-6E8A-4147-A177-3AD203B41FA5}">
                      <a16:colId xmlns:a16="http://schemas.microsoft.com/office/drawing/2014/main" val="1169717253"/>
                    </a:ext>
                  </a:extLst>
                </a:gridCol>
                <a:gridCol w="3721798">
                  <a:extLst>
                    <a:ext uri="{9D8B030D-6E8A-4147-A177-3AD203B41FA5}">
                      <a16:colId xmlns:a16="http://schemas.microsoft.com/office/drawing/2014/main" val="23743728"/>
                    </a:ext>
                  </a:extLst>
                </a:gridCol>
              </a:tblGrid>
              <a:tr h="370840">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Country</a:t>
                      </a:r>
                    </a:p>
                  </a:txBody>
                  <a:tcPr/>
                </a:tc>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Emission</a:t>
                      </a:r>
                    </a:p>
                  </a:txBody>
                  <a:tcPr/>
                </a:tc>
                <a:extLst>
                  <a:ext uri="{0D108BD9-81ED-4DB2-BD59-A6C34878D82A}">
                    <a16:rowId xmlns:a16="http://schemas.microsoft.com/office/drawing/2014/main" val="2097930809"/>
                  </a:ext>
                </a:extLst>
              </a:tr>
              <a:tr h="370840">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Consumption</a:t>
                      </a:r>
                    </a:p>
                  </a:txBody>
                  <a:tcPr/>
                </a:tc>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GDP</a:t>
                      </a:r>
                    </a:p>
                  </a:txBody>
                  <a:tcPr/>
                </a:tc>
                <a:extLst>
                  <a:ext uri="{0D108BD9-81ED-4DB2-BD59-A6C34878D82A}">
                    <a16:rowId xmlns:a16="http://schemas.microsoft.com/office/drawing/2014/main" val="2382595470"/>
                  </a:ext>
                </a:extLst>
              </a:tr>
              <a:tr h="370840">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Production</a:t>
                      </a:r>
                    </a:p>
                  </a:txBody>
                  <a:tcPr/>
                </a:tc>
                <a:tc>
                  <a:txBody>
                    <a:bodyPr/>
                    <a:lstStyle/>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Population</a:t>
                      </a:r>
                    </a:p>
                  </a:txBody>
                  <a:tcPr/>
                </a:tc>
                <a:extLst>
                  <a:ext uri="{0D108BD9-81ED-4DB2-BD59-A6C34878D82A}">
                    <a16:rowId xmlns:a16="http://schemas.microsoft.com/office/drawing/2014/main" val="1503627009"/>
                  </a:ext>
                </a:extLst>
              </a:tr>
              <a:tr h="370840">
                <a:tc>
                  <a:txBody>
                    <a:bodyPr/>
                    <a:lstStyle/>
                    <a:p>
                      <a:endParaRPr lang="en-IN"/>
                    </a:p>
                  </a:txBody>
                  <a:tcPr/>
                </a:tc>
                <a:tc>
                  <a:txBody>
                    <a:bodyPr/>
                    <a:lstStyle/>
                    <a:p>
                      <a:endParaRPr lang="en-IN" dirty="0"/>
                    </a:p>
                  </a:txBody>
                  <a:tcPr/>
                </a:tc>
                <a:extLst>
                  <a:ext uri="{0D108BD9-81ED-4DB2-BD59-A6C34878D82A}">
                    <a16:rowId xmlns:a16="http://schemas.microsoft.com/office/drawing/2014/main" val="1280645768"/>
                  </a:ext>
                </a:extLst>
              </a:tr>
            </a:tbl>
          </a:graphicData>
        </a:graphic>
      </p:graphicFrame>
    </p:spTree>
    <p:extLst>
      <p:ext uri="{BB962C8B-B14F-4D97-AF65-F5344CB8AC3E}">
        <p14:creationId xmlns:p14="http://schemas.microsoft.com/office/powerpoint/2010/main" val="1645737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E5FF-1D86-C910-0B13-18FDCD36CCAD}"/>
              </a:ext>
            </a:extLst>
          </p:cNvPr>
          <p:cNvSpPr>
            <a:spLocks noGrp="1"/>
          </p:cNvSpPr>
          <p:nvPr>
            <p:ph type="title"/>
          </p:nvPr>
        </p:nvSpPr>
        <p:spPr>
          <a:xfrm>
            <a:off x="838200" y="365125"/>
            <a:ext cx="10515600" cy="1024931"/>
          </a:xfrm>
        </p:spPr>
        <p:txBody>
          <a:bodyPr/>
          <a:lstStyle/>
          <a:p>
            <a:r>
              <a:rPr lang="en-IN" b="1" dirty="0">
                <a:solidFill>
                  <a:srgbClr val="C00000"/>
                </a:solidFill>
              </a:rPr>
              <a:t>ER Diagram and Cardinality</a:t>
            </a:r>
            <a:endParaRPr lang="en-IN" b="1" dirty="0"/>
          </a:p>
        </p:txBody>
      </p:sp>
      <p:sp>
        <p:nvSpPr>
          <p:cNvPr id="9" name="Text Placeholder 8">
            <a:extLst>
              <a:ext uri="{FF2B5EF4-FFF2-40B4-BE49-F238E27FC236}">
                <a16:creationId xmlns:a16="http://schemas.microsoft.com/office/drawing/2014/main" id="{EED80B32-E57B-DFE0-F5D4-D2CDB6A96966}"/>
              </a:ext>
            </a:extLst>
          </p:cNvPr>
          <p:cNvSpPr>
            <a:spLocks noGrp="1"/>
          </p:cNvSpPr>
          <p:nvPr>
            <p:ph type="body" idx="1"/>
          </p:nvPr>
        </p:nvSpPr>
        <p:spPr/>
        <p:txBody>
          <a:bodyPr/>
          <a:lstStyle/>
          <a:p>
            <a:endParaRPr lang="en-IN"/>
          </a:p>
        </p:txBody>
      </p:sp>
      <p:sp>
        <p:nvSpPr>
          <p:cNvPr id="10" name="Text Placeholder 9">
            <a:extLst>
              <a:ext uri="{FF2B5EF4-FFF2-40B4-BE49-F238E27FC236}">
                <a16:creationId xmlns:a16="http://schemas.microsoft.com/office/drawing/2014/main" id="{A47236D1-E490-931D-5268-12C076EBEBB1}"/>
              </a:ext>
            </a:extLst>
          </p:cNvPr>
          <p:cNvSpPr>
            <a:spLocks noGrp="1"/>
          </p:cNvSpPr>
          <p:nvPr>
            <p:ph type="body" idx="2"/>
          </p:nvPr>
        </p:nvSpPr>
        <p:spPr>
          <a:xfrm>
            <a:off x="6652008" y="1390057"/>
            <a:ext cx="4994031" cy="4689807"/>
          </a:xfrm>
        </p:spPr>
        <p:txBody>
          <a:bodyPr/>
          <a:lstStyle/>
          <a:p>
            <a:pPr marL="114300" indent="0">
              <a:buNone/>
            </a:pPr>
            <a:r>
              <a:rPr lang="en-IN" dirty="0"/>
              <a:t>   </a:t>
            </a:r>
          </a:p>
        </p:txBody>
      </p:sp>
      <p:pic>
        <p:nvPicPr>
          <p:cNvPr id="5" name="Picture 4">
            <a:extLst>
              <a:ext uri="{FF2B5EF4-FFF2-40B4-BE49-F238E27FC236}">
                <a16:creationId xmlns:a16="http://schemas.microsoft.com/office/drawing/2014/main" id="{611B70D7-C31B-3B2F-CB89-BA82EC91B3BB}"/>
              </a:ext>
            </a:extLst>
          </p:cNvPr>
          <p:cNvPicPr>
            <a:picLocks noChangeAspect="1"/>
          </p:cNvPicPr>
          <p:nvPr/>
        </p:nvPicPr>
        <p:blipFill>
          <a:blip r:embed="rId2"/>
          <a:stretch>
            <a:fillRect/>
          </a:stretch>
        </p:blipFill>
        <p:spPr>
          <a:xfrm>
            <a:off x="574432" y="1569143"/>
            <a:ext cx="6185596" cy="4689807"/>
          </a:xfrm>
          <a:prstGeom prst="rect">
            <a:avLst/>
          </a:prstGeom>
        </p:spPr>
      </p:pic>
      <p:graphicFrame>
        <p:nvGraphicFramePr>
          <p:cNvPr id="12" name="Table 11">
            <a:extLst>
              <a:ext uri="{FF2B5EF4-FFF2-40B4-BE49-F238E27FC236}">
                <a16:creationId xmlns:a16="http://schemas.microsoft.com/office/drawing/2014/main" id="{E01CF8C2-17AE-8ED8-3A0F-963CD79B45A6}"/>
              </a:ext>
            </a:extLst>
          </p:cNvPr>
          <p:cNvGraphicFramePr>
            <a:graphicFrameLocks noGrp="1"/>
          </p:cNvGraphicFramePr>
          <p:nvPr>
            <p:extLst>
              <p:ext uri="{D42A27DB-BD31-4B8C-83A1-F6EECF244321}">
                <p14:modId xmlns:p14="http://schemas.microsoft.com/office/powerpoint/2010/main" val="3674491500"/>
              </p:ext>
            </p:extLst>
          </p:nvPr>
        </p:nvGraphicFramePr>
        <p:xfrm>
          <a:off x="6760028" y="1741525"/>
          <a:ext cx="5073580" cy="3986870"/>
        </p:xfrm>
        <a:graphic>
          <a:graphicData uri="http://schemas.openxmlformats.org/drawingml/2006/table">
            <a:tbl>
              <a:tblPr firstRow="1" bandRow="1">
                <a:tableStyleId>{5C22544A-7EE6-4342-B048-85BDC9FD1C3A}</a:tableStyleId>
              </a:tblPr>
              <a:tblGrid>
                <a:gridCol w="1720781">
                  <a:extLst>
                    <a:ext uri="{9D8B030D-6E8A-4147-A177-3AD203B41FA5}">
                      <a16:colId xmlns:a16="http://schemas.microsoft.com/office/drawing/2014/main" val="2476813421"/>
                    </a:ext>
                  </a:extLst>
                </a:gridCol>
                <a:gridCol w="3352799">
                  <a:extLst>
                    <a:ext uri="{9D8B030D-6E8A-4147-A177-3AD203B41FA5}">
                      <a16:colId xmlns:a16="http://schemas.microsoft.com/office/drawing/2014/main" val="2933935764"/>
                    </a:ext>
                  </a:extLst>
                </a:gridCol>
              </a:tblGrid>
              <a:tr h="555556">
                <a:tc>
                  <a:txBody>
                    <a:bodyPr/>
                    <a:lstStyle/>
                    <a:p>
                      <a:r>
                        <a:rPr lang="en-IN" sz="2400" dirty="0">
                          <a:latin typeface="Calibri" panose="020F0502020204030204" pitchFamily="34" charset="0"/>
                          <a:ea typeface="Calibri" panose="020F0502020204030204" pitchFamily="34" charset="0"/>
                          <a:cs typeface="Calibri" panose="020F0502020204030204" pitchFamily="34" charset="0"/>
                        </a:rPr>
                        <a:t>   </a:t>
                      </a:r>
                      <a:r>
                        <a:rPr lang="en-IN" sz="2000" dirty="0">
                          <a:latin typeface="Calibri" panose="020F0502020204030204" pitchFamily="34" charset="0"/>
                          <a:ea typeface="Calibri" panose="020F0502020204030204" pitchFamily="34" charset="0"/>
                          <a:cs typeface="Calibri" panose="020F0502020204030204" pitchFamily="34" charset="0"/>
                        </a:rPr>
                        <a:t>Cardinality</a:t>
                      </a:r>
                    </a:p>
                  </a:txBody>
                  <a:tcPr/>
                </a:tc>
                <a:tc>
                  <a:txBody>
                    <a:bodyPr/>
                    <a:lstStyle/>
                    <a:p>
                      <a:r>
                        <a:rPr lang="en-IN" sz="2000">
                          <a:latin typeface="Calibri" panose="020F0502020204030204" pitchFamily="34" charset="0"/>
                          <a:ea typeface="Calibri" panose="020F0502020204030204" pitchFamily="34" charset="0"/>
                          <a:cs typeface="Calibri" panose="020F0502020204030204" pitchFamily="34" charset="0"/>
                        </a:rPr>
                        <a:t>Explanation</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883559288"/>
                  </a:ext>
                </a:extLst>
              </a:tr>
              <a:tr h="703463">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Production</a:t>
                      </a:r>
                    </a:p>
                  </a:txBody>
                  <a:tcPr/>
                </a:tc>
                <a:extLst>
                  <a:ext uri="{0D108BD9-81ED-4DB2-BD59-A6C34878D82A}">
                    <a16:rowId xmlns:a16="http://schemas.microsoft.com/office/drawing/2014/main" val="1326917852"/>
                  </a:ext>
                </a:extLst>
              </a:tr>
              <a:tr h="644633">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Consumption</a:t>
                      </a:r>
                    </a:p>
                  </a:txBody>
                  <a:tcPr/>
                </a:tc>
                <a:extLst>
                  <a:ext uri="{0D108BD9-81ED-4DB2-BD59-A6C34878D82A}">
                    <a16:rowId xmlns:a16="http://schemas.microsoft.com/office/drawing/2014/main" val="236297717"/>
                  </a:ext>
                </a:extLst>
              </a:tr>
              <a:tr h="694406">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Emission</a:t>
                      </a:r>
                    </a:p>
                  </a:txBody>
                  <a:tcPr/>
                </a:tc>
                <a:extLst>
                  <a:ext uri="{0D108BD9-81ED-4DB2-BD59-A6C34878D82A}">
                    <a16:rowId xmlns:a16="http://schemas.microsoft.com/office/drawing/2014/main" val="1114975976"/>
                  </a:ext>
                </a:extLst>
              </a:tr>
              <a:tr h="694406">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GDP</a:t>
                      </a:r>
                    </a:p>
                  </a:txBody>
                  <a:tcPr/>
                </a:tc>
                <a:extLst>
                  <a:ext uri="{0D108BD9-81ED-4DB2-BD59-A6C34878D82A}">
                    <a16:rowId xmlns:a16="http://schemas.microsoft.com/office/drawing/2014/main" val="3791023654"/>
                  </a:ext>
                </a:extLst>
              </a:tr>
              <a:tr h="69440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latin typeface="Calibri" panose="020F0502020204030204" pitchFamily="34" charset="0"/>
                          <a:ea typeface="Calibri" panose="020F0502020204030204" pitchFamily="34" charset="0"/>
                          <a:cs typeface="Calibri" panose="020F0502020204030204" pitchFamily="34" charset="0"/>
                        </a:rPr>
                        <a:t>1 : M</a:t>
                      </a:r>
                    </a:p>
                  </a:txBody>
                  <a:tcPr/>
                </a:tc>
                <a:tc>
                  <a:txBody>
                    <a:bodyPr/>
                    <a:lstStyle/>
                    <a:p>
                      <a:r>
                        <a:rPr lang="en-IN" sz="2000" dirty="0">
                          <a:latin typeface="Calibri" panose="020F0502020204030204" pitchFamily="34" charset="0"/>
                          <a:ea typeface="Calibri" panose="020F0502020204030204" pitchFamily="34" charset="0"/>
                          <a:cs typeface="Calibri" panose="020F0502020204030204" pitchFamily="34" charset="0"/>
                        </a:rPr>
                        <a:t>Country to Population</a:t>
                      </a:r>
                    </a:p>
                  </a:txBody>
                  <a:tcPr/>
                </a:tc>
                <a:extLst>
                  <a:ext uri="{0D108BD9-81ED-4DB2-BD59-A6C34878D82A}">
                    <a16:rowId xmlns:a16="http://schemas.microsoft.com/office/drawing/2014/main" val="1365290443"/>
                  </a:ext>
                </a:extLst>
              </a:tr>
            </a:tbl>
          </a:graphicData>
        </a:graphic>
      </p:graphicFrame>
    </p:spTree>
    <p:extLst>
      <p:ext uri="{BB962C8B-B14F-4D97-AF65-F5344CB8AC3E}">
        <p14:creationId xmlns:p14="http://schemas.microsoft.com/office/powerpoint/2010/main" val="50609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FDB0D-6745-5E9A-C7F3-ECAC99F43A35}"/>
              </a:ext>
            </a:extLst>
          </p:cNvPr>
          <p:cNvSpPr>
            <a:spLocks noGrp="1"/>
          </p:cNvSpPr>
          <p:nvPr>
            <p:ph type="title"/>
          </p:nvPr>
        </p:nvSpPr>
        <p:spPr>
          <a:xfrm>
            <a:off x="838200" y="365125"/>
            <a:ext cx="10515600" cy="941161"/>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FD72046E-D145-CA73-5112-1A477EF496EA}"/>
              </a:ext>
            </a:extLst>
          </p:cNvPr>
          <p:cNvSpPr>
            <a:spLocks noGrp="1"/>
          </p:cNvSpPr>
          <p:nvPr>
            <p:ph type="body" idx="1"/>
          </p:nvPr>
        </p:nvSpPr>
        <p:spPr>
          <a:xfrm>
            <a:off x="838200" y="1306286"/>
            <a:ext cx="10515600" cy="4870677"/>
          </a:xfrm>
        </p:spPr>
        <p:txBody>
          <a:bodyPr>
            <a:normAutofit/>
          </a:bodyPr>
          <a:lstStyle/>
          <a:p>
            <a:pPr>
              <a:buFont typeface="Arial" panose="020B0604020202020204" pitchFamily="34" charset="0"/>
              <a:buChar char="•"/>
            </a:pPr>
            <a:r>
              <a:rPr lang="en-IN" sz="2400" dirty="0"/>
              <a:t>Total emission per country for the most recent year</a:t>
            </a:r>
            <a:r>
              <a:rPr lang="en-IN" sz="2400" b="1" dirty="0"/>
              <a:t>?</a:t>
            </a:r>
          </a:p>
          <a:p>
            <a:pPr marL="114300" indent="0">
              <a:buNone/>
            </a:pPr>
            <a:r>
              <a:rPr lang="en-IN" sz="2400" b="1" dirty="0"/>
              <a:t>     </a:t>
            </a:r>
            <a:r>
              <a:rPr lang="en-IN" sz="2400" dirty="0"/>
              <a:t>Purpose: Identify countries with the highest emissions.</a:t>
            </a:r>
          </a:p>
          <a:p>
            <a:pPr marL="114300" indent="0">
              <a:buNone/>
            </a:pPr>
            <a:r>
              <a:rPr lang="en-IN" sz="2400" b="1" dirty="0"/>
              <a:t>     </a:t>
            </a:r>
            <a:r>
              <a:rPr lang="en-IN" sz="2400" dirty="0"/>
              <a:t>Insight: Shows which countries contributed the most emissions in the latest available year.</a:t>
            </a:r>
          </a:p>
          <a:p>
            <a:pPr marL="114300" indent="0">
              <a:buNone/>
            </a:pPr>
            <a:endParaRPr lang="en-IN" sz="2400" dirty="0"/>
          </a:p>
        </p:txBody>
      </p:sp>
      <p:pic>
        <p:nvPicPr>
          <p:cNvPr id="5" name="Picture 4">
            <a:extLst>
              <a:ext uri="{FF2B5EF4-FFF2-40B4-BE49-F238E27FC236}">
                <a16:creationId xmlns:a16="http://schemas.microsoft.com/office/drawing/2014/main" id="{FC56B862-B6D1-6789-816A-8991F816DE10}"/>
              </a:ext>
            </a:extLst>
          </p:cNvPr>
          <p:cNvPicPr>
            <a:picLocks noChangeAspect="1"/>
          </p:cNvPicPr>
          <p:nvPr/>
        </p:nvPicPr>
        <p:blipFill>
          <a:blip r:embed="rId2"/>
          <a:srcRect/>
          <a:stretch/>
        </p:blipFill>
        <p:spPr>
          <a:xfrm>
            <a:off x="545432" y="3224463"/>
            <a:ext cx="4652210" cy="2952500"/>
          </a:xfrm>
          <a:prstGeom prst="rect">
            <a:avLst/>
          </a:prstGeom>
        </p:spPr>
      </p:pic>
      <p:pic>
        <p:nvPicPr>
          <p:cNvPr id="7" name="Picture 6">
            <a:extLst>
              <a:ext uri="{FF2B5EF4-FFF2-40B4-BE49-F238E27FC236}">
                <a16:creationId xmlns:a16="http://schemas.microsoft.com/office/drawing/2014/main" id="{15AFB491-BBE2-AB23-3E74-3B3BFBFB4730}"/>
              </a:ext>
            </a:extLst>
          </p:cNvPr>
          <p:cNvPicPr>
            <a:picLocks noChangeAspect="1"/>
          </p:cNvPicPr>
          <p:nvPr/>
        </p:nvPicPr>
        <p:blipFill>
          <a:blip r:embed="rId3"/>
          <a:srcRect/>
          <a:stretch/>
        </p:blipFill>
        <p:spPr>
          <a:xfrm>
            <a:off x="6373042" y="2900488"/>
            <a:ext cx="4086410" cy="3108681"/>
          </a:xfrm>
          <a:prstGeom prst="rect">
            <a:avLst/>
          </a:prstGeom>
        </p:spPr>
      </p:pic>
    </p:spTree>
    <p:extLst>
      <p:ext uri="{BB962C8B-B14F-4D97-AF65-F5344CB8AC3E}">
        <p14:creationId xmlns:p14="http://schemas.microsoft.com/office/powerpoint/2010/main" val="647458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12AF0-78BF-3EF7-7367-3D47B17D0023}"/>
              </a:ext>
            </a:extLst>
          </p:cNvPr>
          <p:cNvSpPr>
            <a:spLocks noGrp="1"/>
          </p:cNvSpPr>
          <p:nvPr>
            <p:ph type="title"/>
          </p:nvPr>
        </p:nvSpPr>
        <p:spPr>
          <a:xfrm>
            <a:off x="838200" y="365126"/>
            <a:ext cx="10515600" cy="911016"/>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688D1DBC-C864-F2C0-48CD-9CB95DEC80F6}"/>
              </a:ext>
            </a:extLst>
          </p:cNvPr>
          <p:cNvSpPr>
            <a:spLocks noGrp="1"/>
          </p:cNvSpPr>
          <p:nvPr>
            <p:ph type="body" idx="1"/>
          </p:nvPr>
        </p:nvSpPr>
        <p:spPr>
          <a:xfrm>
            <a:off x="838200" y="1205802"/>
            <a:ext cx="10515600" cy="5287072"/>
          </a:xfrm>
        </p:spPr>
        <p:txBody>
          <a:bodyPr>
            <a:normAutofit/>
          </a:bodyPr>
          <a:lstStyle/>
          <a:p>
            <a:r>
              <a:rPr lang="en-IN" sz="2400" dirty="0"/>
              <a:t>Top 5 countries by GDP in the most recent year</a:t>
            </a:r>
            <a:r>
              <a:rPr lang="en-IN" sz="2400" b="1" dirty="0"/>
              <a:t>.</a:t>
            </a:r>
          </a:p>
          <a:p>
            <a:pPr marL="114300" indent="0">
              <a:buNone/>
            </a:pPr>
            <a:r>
              <a:rPr lang="en-IN" sz="2400" b="1" dirty="0"/>
              <a:t>     </a:t>
            </a:r>
            <a:r>
              <a:rPr lang="en-IN" sz="2400" dirty="0"/>
              <a:t>Purpose: Compare the largest economies</a:t>
            </a:r>
            <a:r>
              <a:rPr lang="en-IN" sz="2400" b="1" dirty="0"/>
              <a:t>    </a:t>
            </a:r>
          </a:p>
          <a:p>
            <a:pPr marL="114300" indent="0">
              <a:buNone/>
            </a:pPr>
            <a:r>
              <a:rPr lang="en-IN" sz="2400" b="1" dirty="0"/>
              <a:t>     </a:t>
            </a:r>
            <a:r>
              <a:rPr lang="en-IN" sz="2400" dirty="0"/>
              <a:t>Insight: Highlights the countries with the highest GDP in the latest available year</a:t>
            </a:r>
          </a:p>
        </p:txBody>
      </p:sp>
      <p:pic>
        <p:nvPicPr>
          <p:cNvPr id="5" name="Picture 4">
            <a:extLst>
              <a:ext uri="{FF2B5EF4-FFF2-40B4-BE49-F238E27FC236}">
                <a16:creationId xmlns:a16="http://schemas.microsoft.com/office/drawing/2014/main" id="{19675998-8AC1-9893-5009-6E08F90F4069}"/>
              </a:ext>
            </a:extLst>
          </p:cNvPr>
          <p:cNvPicPr>
            <a:picLocks noChangeAspect="1"/>
          </p:cNvPicPr>
          <p:nvPr/>
        </p:nvPicPr>
        <p:blipFill>
          <a:blip r:embed="rId2"/>
          <a:srcRect/>
          <a:stretch/>
        </p:blipFill>
        <p:spPr>
          <a:xfrm>
            <a:off x="2087483" y="3229543"/>
            <a:ext cx="3093340" cy="3414056"/>
          </a:xfrm>
          <a:prstGeom prst="rect">
            <a:avLst/>
          </a:prstGeom>
        </p:spPr>
      </p:pic>
      <p:pic>
        <p:nvPicPr>
          <p:cNvPr id="6" name="Picture 5">
            <a:extLst>
              <a:ext uri="{FF2B5EF4-FFF2-40B4-BE49-F238E27FC236}">
                <a16:creationId xmlns:a16="http://schemas.microsoft.com/office/drawing/2014/main" id="{58BF11C3-3A7D-43E9-05CD-0378D61CF04C}"/>
              </a:ext>
            </a:extLst>
          </p:cNvPr>
          <p:cNvPicPr>
            <a:picLocks noChangeAspect="1"/>
          </p:cNvPicPr>
          <p:nvPr/>
        </p:nvPicPr>
        <p:blipFill>
          <a:blip r:embed="rId3"/>
          <a:srcRect/>
          <a:stretch/>
        </p:blipFill>
        <p:spPr>
          <a:xfrm>
            <a:off x="6485113" y="3429000"/>
            <a:ext cx="4325499" cy="2551863"/>
          </a:xfrm>
          <a:prstGeom prst="rect">
            <a:avLst/>
          </a:prstGeom>
        </p:spPr>
      </p:pic>
    </p:spTree>
    <p:extLst>
      <p:ext uri="{BB962C8B-B14F-4D97-AF65-F5344CB8AC3E}">
        <p14:creationId xmlns:p14="http://schemas.microsoft.com/office/powerpoint/2010/main" val="628003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54B4-2EAE-A327-40FF-DCBE4AEEB85B}"/>
              </a:ext>
            </a:extLst>
          </p:cNvPr>
          <p:cNvSpPr>
            <a:spLocks noGrp="1"/>
          </p:cNvSpPr>
          <p:nvPr>
            <p:ph type="title"/>
          </p:nvPr>
        </p:nvSpPr>
        <p:spPr>
          <a:xfrm>
            <a:off x="838200" y="283045"/>
            <a:ext cx="10515600" cy="890919"/>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649E26C0-7229-609F-A26B-AFBD9D6364B6}"/>
              </a:ext>
            </a:extLst>
          </p:cNvPr>
          <p:cNvSpPr>
            <a:spLocks noGrp="1"/>
          </p:cNvSpPr>
          <p:nvPr>
            <p:ph type="body" idx="1"/>
          </p:nvPr>
        </p:nvSpPr>
        <p:spPr>
          <a:xfrm>
            <a:off x="707571" y="1115368"/>
            <a:ext cx="10515600" cy="5014127"/>
          </a:xfrm>
        </p:spPr>
        <p:txBody>
          <a:bodyPr>
            <a:normAutofit/>
          </a:bodyPr>
          <a:lstStyle/>
          <a:p>
            <a:r>
              <a:rPr lang="en-IN" sz="2400" dirty="0"/>
              <a:t>How have global emissions changed year over year?</a:t>
            </a:r>
            <a:endParaRPr lang="en-IN" sz="2400" b="1" dirty="0"/>
          </a:p>
          <a:p>
            <a:pPr marL="114300" indent="0">
              <a:buNone/>
            </a:pPr>
            <a:r>
              <a:rPr lang="en-IN" sz="2400" b="1" dirty="0"/>
              <a:t>     </a:t>
            </a:r>
            <a:r>
              <a:rPr lang="en-IN" sz="2400" dirty="0"/>
              <a:t>Purpose: </a:t>
            </a:r>
            <a:r>
              <a:rPr lang="en-IN" sz="2400" dirty="0" err="1"/>
              <a:t>Analyze</a:t>
            </a:r>
            <a:r>
              <a:rPr lang="en-IN" sz="2400" dirty="0"/>
              <a:t> the global emission trend.</a:t>
            </a:r>
          </a:p>
          <a:p>
            <a:pPr marL="114300" indent="0">
              <a:buNone/>
            </a:pPr>
            <a:r>
              <a:rPr lang="en-IN" sz="2400" b="1" dirty="0"/>
              <a:t>     </a:t>
            </a:r>
            <a:r>
              <a:rPr lang="en-IN" sz="2400" dirty="0"/>
              <a:t>Insight: Shows whether global emissions increased or decreased compared with the previous year.</a:t>
            </a:r>
          </a:p>
          <a:p>
            <a:pPr marL="114300" indent="0">
              <a:buNone/>
            </a:pPr>
            <a:endParaRPr lang="en-IN" sz="2400" dirty="0"/>
          </a:p>
          <a:p>
            <a:pPr marL="114300" indent="0">
              <a:buNone/>
            </a:pPr>
            <a:endParaRPr lang="en-IN" sz="2400" dirty="0"/>
          </a:p>
          <a:p>
            <a:pPr marL="114300" indent="0">
              <a:buNone/>
            </a:pPr>
            <a:endParaRPr lang="en-IN" sz="2400" dirty="0"/>
          </a:p>
        </p:txBody>
      </p:sp>
      <p:pic>
        <p:nvPicPr>
          <p:cNvPr id="4" name="Picture 3">
            <a:extLst>
              <a:ext uri="{FF2B5EF4-FFF2-40B4-BE49-F238E27FC236}">
                <a16:creationId xmlns:a16="http://schemas.microsoft.com/office/drawing/2014/main" id="{51047702-B28D-7330-297E-6B5652A4E127}"/>
              </a:ext>
            </a:extLst>
          </p:cNvPr>
          <p:cNvPicPr>
            <a:picLocks noChangeAspect="1"/>
          </p:cNvPicPr>
          <p:nvPr/>
        </p:nvPicPr>
        <p:blipFill>
          <a:blip r:embed="rId2"/>
          <a:srcRect/>
          <a:stretch/>
        </p:blipFill>
        <p:spPr>
          <a:xfrm>
            <a:off x="1095270" y="3087329"/>
            <a:ext cx="4259297" cy="3090637"/>
          </a:xfrm>
          <a:prstGeom prst="rect">
            <a:avLst/>
          </a:prstGeom>
        </p:spPr>
      </p:pic>
      <p:pic>
        <p:nvPicPr>
          <p:cNvPr id="6" name="Picture 5">
            <a:extLst>
              <a:ext uri="{FF2B5EF4-FFF2-40B4-BE49-F238E27FC236}">
                <a16:creationId xmlns:a16="http://schemas.microsoft.com/office/drawing/2014/main" id="{C728D459-E8B1-C2E1-8E38-F0EA1F43300B}"/>
              </a:ext>
            </a:extLst>
          </p:cNvPr>
          <p:cNvPicPr>
            <a:picLocks noChangeAspect="1"/>
          </p:cNvPicPr>
          <p:nvPr/>
        </p:nvPicPr>
        <p:blipFill>
          <a:blip r:embed="rId3"/>
          <a:srcRect/>
          <a:stretch/>
        </p:blipFill>
        <p:spPr>
          <a:xfrm>
            <a:off x="6639477" y="3224214"/>
            <a:ext cx="4092746" cy="2790510"/>
          </a:xfrm>
          <a:prstGeom prst="rect">
            <a:avLst/>
          </a:prstGeom>
        </p:spPr>
      </p:pic>
    </p:spTree>
    <p:extLst>
      <p:ext uri="{BB962C8B-B14F-4D97-AF65-F5344CB8AC3E}">
        <p14:creationId xmlns:p14="http://schemas.microsoft.com/office/powerpoint/2010/main" val="3023320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2602-65B4-38D8-5107-2D89EA070144}"/>
              </a:ext>
            </a:extLst>
          </p:cNvPr>
          <p:cNvSpPr>
            <a:spLocks noGrp="1"/>
          </p:cNvSpPr>
          <p:nvPr>
            <p:ph type="title"/>
          </p:nvPr>
        </p:nvSpPr>
        <p:spPr>
          <a:xfrm>
            <a:off x="838200" y="365126"/>
            <a:ext cx="10515600" cy="981354"/>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87CC8F56-619C-7226-98EE-A597E3D6EAB9}"/>
              </a:ext>
            </a:extLst>
          </p:cNvPr>
          <p:cNvSpPr>
            <a:spLocks noGrp="1"/>
          </p:cNvSpPr>
          <p:nvPr>
            <p:ph type="body" idx="1"/>
          </p:nvPr>
        </p:nvSpPr>
        <p:spPr>
          <a:xfrm>
            <a:off x="838200" y="1346480"/>
            <a:ext cx="10515600" cy="4830483"/>
          </a:xfrm>
        </p:spPr>
        <p:txBody>
          <a:bodyPr>
            <a:normAutofit/>
          </a:bodyPr>
          <a:lstStyle/>
          <a:p>
            <a:r>
              <a:rPr lang="en-IN" sz="2400" dirty="0"/>
              <a:t>What is the global share (%) of emissions by country</a:t>
            </a:r>
            <a:r>
              <a:rPr lang="en-IN" sz="2400" b="1" dirty="0"/>
              <a:t>?</a:t>
            </a:r>
          </a:p>
          <a:p>
            <a:pPr marL="114300" indent="0">
              <a:buNone/>
            </a:pPr>
            <a:r>
              <a:rPr lang="en-IN" sz="2400" b="1" dirty="0"/>
              <a:t>     </a:t>
            </a:r>
            <a:r>
              <a:rPr lang="en-IN" sz="2400" dirty="0"/>
              <a:t>Purpose: Measure each country's contribution to total emissions.</a:t>
            </a:r>
          </a:p>
          <a:p>
            <a:pPr marL="114300" indent="0">
              <a:buNone/>
            </a:pPr>
            <a:r>
              <a:rPr lang="en-IN" sz="2400" b="1" dirty="0"/>
              <a:t>     </a:t>
            </a:r>
            <a:r>
              <a:rPr lang="en-IN" sz="2400" dirty="0"/>
              <a:t>Insight: Shows each country's percentage contribution to overall emissions.</a:t>
            </a:r>
          </a:p>
          <a:p>
            <a:pPr marL="114300" indent="0">
              <a:buNone/>
            </a:pPr>
            <a:endParaRPr lang="en-IN" sz="2400" dirty="0"/>
          </a:p>
        </p:txBody>
      </p:sp>
      <p:pic>
        <p:nvPicPr>
          <p:cNvPr id="5" name="Picture 4">
            <a:extLst>
              <a:ext uri="{FF2B5EF4-FFF2-40B4-BE49-F238E27FC236}">
                <a16:creationId xmlns:a16="http://schemas.microsoft.com/office/drawing/2014/main" id="{EDDAD278-83D0-8193-28A0-8C08BD0C2D3F}"/>
              </a:ext>
            </a:extLst>
          </p:cNvPr>
          <p:cNvPicPr>
            <a:picLocks noChangeAspect="1"/>
          </p:cNvPicPr>
          <p:nvPr/>
        </p:nvPicPr>
        <p:blipFill>
          <a:blip r:embed="rId2"/>
          <a:srcRect/>
          <a:stretch/>
        </p:blipFill>
        <p:spPr>
          <a:xfrm>
            <a:off x="1612490" y="3178183"/>
            <a:ext cx="3743615" cy="3143959"/>
          </a:xfrm>
          <a:prstGeom prst="rect">
            <a:avLst/>
          </a:prstGeom>
        </p:spPr>
      </p:pic>
      <p:pic>
        <p:nvPicPr>
          <p:cNvPr id="7" name="Picture 6">
            <a:extLst>
              <a:ext uri="{FF2B5EF4-FFF2-40B4-BE49-F238E27FC236}">
                <a16:creationId xmlns:a16="http://schemas.microsoft.com/office/drawing/2014/main" id="{CDB7ED42-9DC9-19EB-5039-65E1DBAD9325}"/>
              </a:ext>
            </a:extLst>
          </p:cNvPr>
          <p:cNvPicPr>
            <a:picLocks noChangeAspect="1"/>
          </p:cNvPicPr>
          <p:nvPr/>
        </p:nvPicPr>
        <p:blipFill>
          <a:blip r:embed="rId3"/>
          <a:srcRect/>
          <a:stretch/>
        </p:blipFill>
        <p:spPr>
          <a:xfrm>
            <a:off x="7056683" y="2814390"/>
            <a:ext cx="3522827" cy="3067404"/>
          </a:xfrm>
          <a:prstGeom prst="rect">
            <a:avLst/>
          </a:prstGeom>
        </p:spPr>
      </p:pic>
    </p:spTree>
    <p:extLst>
      <p:ext uri="{BB962C8B-B14F-4D97-AF65-F5344CB8AC3E}">
        <p14:creationId xmlns:p14="http://schemas.microsoft.com/office/powerpoint/2010/main" val="3161365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9856-9B10-CBE7-6FE5-CDB436EB4CB2}"/>
              </a:ext>
            </a:extLst>
          </p:cNvPr>
          <p:cNvSpPr>
            <a:spLocks noGrp="1"/>
          </p:cNvSpPr>
          <p:nvPr>
            <p:ph type="title"/>
          </p:nvPr>
        </p:nvSpPr>
        <p:spPr>
          <a:xfrm>
            <a:off x="838200" y="365125"/>
            <a:ext cx="10515600" cy="1001451"/>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FA3AC6A5-5C9F-78A6-ABF7-B9FD4ACD6FAB}"/>
              </a:ext>
            </a:extLst>
          </p:cNvPr>
          <p:cNvSpPr>
            <a:spLocks noGrp="1"/>
          </p:cNvSpPr>
          <p:nvPr>
            <p:ph type="body" idx="1"/>
          </p:nvPr>
        </p:nvSpPr>
        <p:spPr>
          <a:xfrm>
            <a:off x="838200" y="1366576"/>
            <a:ext cx="10978661" cy="4810387"/>
          </a:xfrm>
        </p:spPr>
        <p:txBody>
          <a:bodyPr>
            <a:normAutofit/>
          </a:bodyPr>
          <a:lstStyle/>
          <a:p>
            <a:r>
              <a:rPr lang="en-IN" sz="2400" dirty="0"/>
              <a:t>Energy consumption per capita for each country by year</a:t>
            </a:r>
            <a:r>
              <a:rPr lang="en-IN" sz="2400" b="1" dirty="0"/>
              <a:t>?</a:t>
            </a:r>
          </a:p>
          <a:p>
            <a:pPr marL="114300" indent="0">
              <a:buNone/>
            </a:pPr>
            <a:r>
              <a:rPr lang="en-IN" sz="2400" b="1" dirty="0"/>
              <a:t>     </a:t>
            </a:r>
            <a:r>
              <a:rPr lang="en-IN" sz="2400" dirty="0"/>
              <a:t>Purpose: Compare energy use relative to population.</a:t>
            </a:r>
          </a:p>
          <a:p>
            <a:pPr marL="114300" indent="0">
              <a:buNone/>
            </a:pPr>
            <a:r>
              <a:rPr lang="en-IN" sz="2400" b="1" dirty="0"/>
              <a:t>     </a:t>
            </a:r>
            <a:r>
              <a:rPr lang="en-IN" sz="2400" dirty="0"/>
              <a:t>Insight: Shows which countries have higher or lower energy consumption per person.</a:t>
            </a:r>
          </a:p>
        </p:txBody>
      </p:sp>
      <p:pic>
        <p:nvPicPr>
          <p:cNvPr id="5" name="Picture 4">
            <a:extLst>
              <a:ext uri="{FF2B5EF4-FFF2-40B4-BE49-F238E27FC236}">
                <a16:creationId xmlns:a16="http://schemas.microsoft.com/office/drawing/2014/main" id="{62B8DD74-07AD-190F-6DD3-42DE7011480E}"/>
              </a:ext>
            </a:extLst>
          </p:cNvPr>
          <p:cNvPicPr>
            <a:picLocks noChangeAspect="1"/>
          </p:cNvPicPr>
          <p:nvPr/>
        </p:nvPicPr>
        <p:blipFill>
          <a:blip r:embed="rId2"/>
          <a:srcRect/>
          <a:stretch/>
        </p:blipFill>
        <p:spPr>
          <a:xfrm>
            <a:off x="1319869" y="3146324"/>
            <a:ext cx="4427604" cy="3189748"/>
          </a:xfrm>
          <a:prstGeom prst="rect">
            <a:avLst/>
          </a:prstGeom>
        </p:spPr>
      </p:pic>
      <p:pic>
        <p:nvPicPr>
          <p:cNvPr id="7" name="Picture 6">
            <a:extLst>
              <a:ext uri="{FF2B5EF4-FFF2-40B4-BE49-F238E27FC236}">
                <a16:creationId xmlns:a16="http://schemas.microsoft.com/office/drawing/2014/main" id="{FED569A0-4FCD-6800-707D-6BD1C59C16A0}"/>
              </a:ext>
            </a:extLst>
          </p:cNvPr>
          <p:cNvPicPr>
            <a:picLocks noChangeAspect="1"/>
          </p:cNvPicPr>
          <p:nvPr/>
        </p:nvPicPr>
        <p:blipFill>
          <a:blip r:embed="rId3"/>
          <a:srcRect/>
          <a:stretch/>
        </p:blipFill>
        <p:spPr>
          <a:xfrm>
            <a:off x="6849339" y="2953703"/>
            <a:ext cx="3356722" cy="2994920"/>
          </a:xfrm>
          <a:prstGeom prst="rect">
            <a:avLst/>
          </a:prstGeom>
        </p:spPr>
      </p:pic>
    </p:spTree>
    <p:extLst>
      <p:ext uri="{BB962C8B-B14F-4D97-AF65-F5344CB8AC3E}">
        <p14:creationId xmlns:p14="http://schemas.microsoft.com/office/powerpoint/2010/main" val="1860899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9915F-7377-F9F1-A8C1-A988293B9195}"/>
              </a:ext>
            </a:extLst>
          </p:cNvPr>
          <p:cNvSpPr>
            <a:spLocks noGrp="1"/>
          </p:cNvSpPr>
          <p:nvPr>
            <p:ph type="title"/>
          </p:nvPr>
        </p:nvSpPr>
        <p:spPr>
          <a:xfrm>
            <a:off x="838200" y="365125"/>
            <a:ext cx="10515600" cy="790435"/>
          </a:xfrm>
        </p:spPr>
        <p:txBody>
          <a:bodyPr/>
          <a:lstStyle/>
          <a:p>
            <a:r>
              <a:rPr lang="en-IN" b="1" dirty="0">
                <a:solidFill>
                  <a:srgbClr val="C00000"/>
                </a:solidFill>
              </a:rPr>
              <a:t>Analysis Queries</a:t>
            </a:r>
            <a:endParaRPr lang="en-IN" dirty="0"/>
          </a:p>
        </p:txBody>
      </p:sp>
      <p:sp>
        <p:nvSpPr>
          <p:cNvPr id="3" name="Text Placeholder 2">
            <a:extLst>
              <a:ext uri="{FF2B5EF4-FFF2-40B4-BE49-F238E27FC236}">
                <a16:creationId xmlns:a16="http://schemas.microsoft.com/office/drawing/2014/main" id="{2948ACA3-5776-51E4-22B9-1C6179109122}"/>
              </a:ext>
            </a:extLst>
          </p:cNvPr>
          <p:cNvSpPr>
            <a:spLocks noGrp="1"/>
          </p:cNvSpPr>
          <p:nvPr>
            <p:ph type="body" idx="1"/>
          </p:nvPr>
        </p:nvSpPr>
        <p:spPr>
          <a:xfrm>
            <a:off x="838200" y="1155560"/>
            <a:ext cx="10515600" cy="5021403"/>
          </a:xfrm>
        </p:spPr>
        <p:txBody>
          <a:bodyPr>
            <a:normAutofit/>
          </a:bodyPr>
          <a:lstStyle/>
          <a:p>
            <a:r>
              <a:rPr lang="en-IN" sz="2400" dirty="0"/>
              <a:t>How does energy production per capita vary across countries?</a:t>
            </a:r>
            <a:r>
              <a:rPr lang="en-IN" sz="2400" b="1" dirty="0"/>
              <a:t>?</a:t>
            </a:r>
          </a:p>
          <a:p>
            <a:pPr marL="114300" indent="0">
              <a:buNone/>
            </a:pPr>
            <a:r>
              <a:rPr lang="en-IN" sz="2400" b="1" dirty="0"/>
              <a:t>     </a:t>
            </a:r>
            <a:r>
              <a:rPr lang="en-IN" sz="2400" dirty="0"/>
              <a:t>Purpose:  Compare energy production relative to population.</a:t>
            </a:r>
          </a:p>
          <a:p>
            <a:pPr marL="114300" indent="0">
              <a:buNone/>
            </a:pPr>
            <a:r>
              <a:rPr lang="en-IN" sz="2400" b="1" dirty="0"/>
              <a:t>     </a:t>
            </a:r>
            <a:r>
              <a:rPr lang="en-IN" sz="2400" dirty="0"/>
              <a:t>Insight : Shows differences in energy production per person across countries.</a:t>
            </a:r>
          </a:p>
          <a:p>
            <a:pPr marL="114300" indent="0">
              <a:buNone/>
            </a:pPr>
            <a:endParaRPr lang="en-IN" sz="2400" dirty="0"/>
          </a:p>
        </p:txBody>
      </p:sp>
      <p:pic>
        <p:nvPicPr>
          <p:cNvPr id="4" name="Picture 3">
            <a:extLst>
              <a:ext uri="{FF2B5EF4-FFF2-40B4-BE49-F238E27FC236}">
                <a16:creationId xmlns:a16="http://schemas.microsoft.com/office/drawing/2014/main" id="{3B0267B5-F380-AC44-89AF-C971A29E9090}"/>
              </a:ext>
            </a:extLst>
          </p:cNvPr>
          <p:cNvPicPr>
            <a:picLocks noChangeAspect="1"/>
          </p:cNvPicPr>
          <p:nvPr/>
        </p:nvPicPr>
        <p:blipFill>
          <a:blip r:embed="rId2"/>
          <a:srcRect/>
          <a:stretch/>
        </p:blipFill>
        <p:spPr>
          <a:xfrm>
            <a:off x="1345807" y="2770528"/>
            <a:ext cx="5882979" cy="3406435"/>
          </a:xfrm>
          <a:prstGeom prst="rect">
            <a:avLst/>
          </a:prstGeom>
        </p:spPr>
      </p:pic>
      <p:pic>
        <p:nvPicPr>
          <p:cNvPr id="6" name="Picture 5">
            <a:extLst>
              <a:ext uri="{FF2B5EF4-FFF2-40B4-BE49-F238E27FC236}">
                <a16:creationId xmlns:a16="http://schemas.microsoft.com/office/drawing/2014/main" id="{EB2E22A5-F07C-BD8D-0A64-A90C83D84A3B}"/>
              </a:ext>
            </a:extLst>
          </p:cNvPr>
          <p:cNvPicPr>
            <a:picLocks noChangeAspect="1"/>
          </p:cNvPicPr>
          <p:nvPr/>
        </p:nvPicPr>
        <p:blipFill>
          <a:blip r:embed="rId3"/>
          <a:srcRect/>
          <a:stretch/>
        </p:blipFill>
        <p:spPr>
          <a:xfrm>
            <a:off x="7186611" y="2861753"/>
            <a:ext cx="4209365" cy="2653874"/>
          </a:xfrm>
          <a:prstGeom prst="rect">
            <a:avLst/>
          </a:prstGeom>
        </p:spPr>
      </p:pic>
    </p:spTree>
    <p:extLst>
      <p:ext uri="{BB962C8B-B14F-4D97-AF65-F5344CB8AC3E}">
        <p14:creationId xmlns:p14="http://schemas.microsoft.com/office/powerpoint/2010/main" val="3411650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5FEC-A8C4-52E2-C73E-3D5CA04505CA}"/>
              </a:ext>
            </a:extLst>
          </p:cNvPr>
          <p:cNvSpPr>
            <a:spLocks noGrp="1"/>
          </p:cNvSpPr>
          <p:nvPr>
            <p:ph type="title"/>
          </p:nvPr>
        </p:nvSpPr>
        <p:spPr>
          <a:xfrm>
            <a:off x="838200" y="251210"/>
            <a:ext cx="10515600" cy="914400"/>
          </a:xfrm>
        </p:spPr>
        <p:txBody>
          <a:bodyPr/>
          <a:lstStyle/>
          <a:p>
            <a:r>
              <a:rPr lang="en-IN" b="1" dirty="0">
                <a:solidFill>
                  <a:srgbClr val="C00000"/>
                </a:solidFill>
              </a:rPr>
              <a:t>Insights</a:t>
            </a:r>
            <a:endParaRPr lang="en-IN" dirty="0"/>
          </a:p>
        </p:txBody>
      </p:sp>
      <p:sp>
        <p:nvSpPr>
          <p:cNvPr id="3" name="Text Placeholder 2">
            <a:extLst>
              <a:ext uri="{FF2B5EF4-FFF2-40B4-BE49-F238E27FC236}">
                <a16:creationId xmlns:a16="http://schemas.microsoft.com/office/drawing/2014/main" id="{7747A2CB-EF7F-22F1-27F1-C4B1FB2D4D94}"/>
              </a:ext>
            </a:extLst>
          </p:cNvPr>
          <p:cNvSpPr>
            <a:spLocks noGrp="1"/>
          </p:cNvSpPr>
          <p:nvPr>
            <p:ph type="body" idx="1"/>
          </p:nvPr>
        </p:nvSpPr>
        <p:spPr>
          <a:xfrm>
            <a:off x="753626" y="1014884"/>
            <a:ext cx="11012994" cy="5162079"/>
          </a:xfrm>
        </p:spPr>
        <p:txBody>
          <a:bodyPr>
            <a:noAutofit/>
          </a:bodyPr>
          <a:lstStyle/>
          <a:p>
            <a:r>
              <a:rPr lang="en-IN" sz="2400" dirty="0"/>
              <a:t>Carbon emissions are concentrated in a few major economies, making them the largest contributors to global emissions. </a:t>
            </a:r>
          </a:p>
          <a:p>
            <a:r>
              <a:rPr lang="en-IN" sz="2400" dirty="0"/>
              <a:t>Countries with higher GDP generally consume more energy, indicating a positive relationship between economic growth and energy demand. </a:t>
            </a:r>
          </a:p>
          <a:p>
            <a:r>
              <a:rPr lang="en-IN" sz="2400" dirty="0"/>
              <a:t>Energy production and consumption differ across countries, highlighting the dependence of some countries on energy imports. </a:t>
            </a:r>
          </a:p>
          <a:p>
            <a:r>
              <a:rPr lang="en-IN" sz="2400" dirty="0"/>
              <a:t>Population growth influences total emissions, but industrialization and economic activity have a greater impact. </a:t>
            </a:r>
          </a:p>
          <a:p>
            <a:r>
              <a:rPr lang="en-IN" sz="2400" dirty="0"/>
              <a:t>Per-capita analysis reveals differences in energy efficiency, allowing fair comparisons between countries of different sizes. </a:t>
            </a:r>
          </a:p>
          <a:p>
            <a:r>
              <a:rPr lang="en-IN" sz="2400" dirty="0"/>
              <a:t>Several countries have reduced their per-capita emissions over the available years, reflecting improvements in energy efficiency and sustainability.</a:t>
            </a:r>
          </a:p>
        </p:txBody>
      </p:sp>
    </p:spTree>
    <p:extLst>
      <p:ext uri="{BB962C8B-B14F-4D97-AF65-F5344CB8AC3E}">
        <p14:creationId xmlns:p14="http://schemas.microsoft.com/office/powerpoint/2010/main" val="4085272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3D5C9-40A0-D685-8502-B5063F5BAC09}"/>
              </a:ext>
            </a:extLst>
          </p:cNvPr>
          <p:cNvSpPr>
            <a:spLocks noGrp="1"/>
          </p:cNvSpPr>
          <p:nvPr>
            <p:ph type="title"/>
          </p:nvPr>
        </p:nvSpPr>
        <p:spPr>
          <a:xfrm>
            <a:off x="838200" y="365126"/>
            <a:ext cx="10515600" cy="911016"/>
          </a:xfrm>
        </p:spPr>
        <p:txBody>
          <a:bodyPr/>
          <a:lstStyle/>
          <a:p>
            <a:r>
              <a:rPr lang="en-IN" b="1" dirty="0">
                <a:solidFill>
                  <a:srgbClr val="C00000"/>
                </a:solidFill>
              </a:rPr>
              <a:t>Conclusion</a:t>
            </a:r>
            <a:endParaRPr lang="en-IN" dirty="0"/>
          </a:p>
        </p:txBody>
      </p:sp>
      <p:sp>
        <p:nvSpPr>
          <p:cNvPr id="3" name="Text Placeholder 2">
            <a:extLst>
              <a:ext uri="{FF2B5EF4-FFF2-40B4-BE49-F238E27FC236}">
                <a16:creationId xmlns:a16="http://schemas.microsoft.com/office/drawing/2014/main" id="{0A83BDD2-476B-A128-4A7C-8A881EA6A73C}"/>
              </a:ext>
            </a:extLst>
          </p:cNvPr>
          <p:cNvSpPr>
            <a:spLocks noGrp="1"/>
          </p:cNvSpPr>
          <p:nvPr>
            <p:ph type="body" idx="1"/>
          </p:nvPr>
        </p:nvSpPr>
        <p:spPr>
          <a:xfrm>
            <a:off x="838200" y="1446963"/>
            <a:ext cx="10515600" cy="4730000"/>
          </a:xfrm>
        </p:spPr>
        <p:txBody>
          <a:bodyPr>
            <a:normAutofit/>
          </a:bodyPr>
          <a:lstStyle/>
          <a:p>
            <a:r>
              <a:rPr lang="en-IN" sz="2400" dirty="0"/>
              <a:t>Successfully analysed global energy production, consumption, carbon emissions, GDP, and population data using MySQL. </a:t>
            </a:r>
          </a:p>
          <a:p>
            <a:r>
              <a:rPr lang="en-IN" sz="2400" dirty="0"/>
              <a:t>Applied SQL techniques including Joins, Aggregate Functions, Subqueries, CTEs, and Window Functions to solve real-world analytical problems. </a:t>
            </a:r>
          </a:p>
          <a:p>
            <a:r>
              <a:rPr lang="en-IN" sz="2400" dirty="0"/>
              <a:t>Identified key trends, compared countries, and evaluated energy efficiency using per-capita and ratio-based analysis. </a:t>
            </a:r>
          </a:p>
          <a:p>
            <a:r>
              <a:rPr lang="en-IN" sz="2400" dirty="0"/>
              <a:t>The project demonstrates how SQL can transform raw data into meaningful insights that support data-driven decision-making and sustainable energy planning.</a:t>
            </a:r>
          </a:p>
          <a:p>
            <a:pPr marL="114300" indent="0">
              <a:buNone/>
            </a:pPr>
            <a:endParaRPr lang="en-IN" sz="2400" dirty="0"/>
          </a:p>
        </p:txBody>
      </p:sp>
    </p:spTree>
    <p:extLst>
      <p:ext uri="{BB962C8B-B14F-4D97-AF65-F5344CB8AC3E}">
        <p14:creationId xmlns:p14="http://schemas.microsoft.com/office/powerpoint/2010/main" val="2508628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CBAD-1E07-1EB9-9144-56315FAA21FB}"/>
              </a:ext>
            </a:extLst>
          </p:cNvPr>
          <p:cNvSpPr>
            <a:spLocks noGrp="1"/>
          </p:cNvSpPr>
          <p:nvPr>
            <p:ph type="title"/>
          </p:nvPr>
        </p:nvSpPr>
        <p:spPr>
          <a:xfrm>
            <a:off x="838200" y="365126"/>
            <a:ext cx="10515600" cy="991402"/>
          </a:xfrm>
        </p:spPr>
        <p:txBody>
          <a:bodyPr/>
          <a:lstStyle/>
          <a:p>
            <a:r>
              <a:rPr lang="en-IN" b="1" dirty="0">
                <a:solidFill>
                  <a:srgbClr val="C00000"/>
                </a:solidFill>
              </a:rPr>
              <a:t>Recommendation</a:t>
            </a:r>
            <a:endParaRPr lang="en-IN" dirty="0"/>
          </a:p>
        </p:txBody>
      </p:sp>
      <p:sp>
        <p:nvSpPr>
          <p:cNvPr id="3" name="Text Placeholder 2">
            <a:extLst>
              <a:ext uri="{FF2B5EF4-FFF2-40B4-BE49-F238E27FC236}">
                <a16:creationId xmlns:a16="http://schemas.microsoft.com/office/drawing/2014/main" id="{1291516E-84C4-4B91-ABE2-537B234DE13A}"/>
              </a:ext>
            </a:extLst>
          </p:cNvPr>
          <p:cNvSpPr>
            <a:spLocks noGrp="1"/>
          </p:cNvSpPr>
          <p:nvPr>
            <p:ph type="body" idx="1"/>
          </p:nvPr>
        </p:nvSpPr>
        <p:spPr>
          <a:xfrm>
            <a:off x="838200" y="1356528"/>
            <a:ext cx="10515600" cy="4820435"/>
          </a:xfrm>
        </p:spPr>
        <p:txBody>
          <a:bodyPr>
            <a:normAutofit/>
          </a:bodyPr>
          <a:lstStyle/>
          <a:p>
            <a:r>
              <a:rPr lang="en-IN" sz="2400" b="1" dirty="0"/>
              <a:t>Promote Renewable Energy:</a:t>
            </a:r>
            <a:r>
              <a:rPr lang="en-IN" sz="2400" dirty="0"/>
              <a:t> Increase the adoption of renewable energy sources to reduce carbon emissions. </a:t>
            </a:r>
          </a:p>
          <a:p>
            <a:r>
              <a:rPr lang="en-IN" sz="2400" b="1" dirty="0"/>
              <a:t>Improve Energy Efficiency:</a:t>
            </a:r>
            <a:r>
              <a:rPr lang="en-IN" sz="2400" dirty="0"/>
              <a:t> Encourage efficient energy production and consumption to minimize energy wastage. </a:t>
            </a:r>
          </a:p>
          <a:p>
            <a:r>
              <a:rPr lang="en-IN" sz="2400" b="1" dirty="0"/>
              <a:t>Adopt Data-Driven Policies:</a:t>
            </a:r>
            <a:r>
              <a:rPr lang="en-IN" sz="2400" dirty="0"/>
              <a:t> Use data analytics to support energy planning and environmental decision-making. </a:t>
            </a:r>
          </a:p>
          <a:p>
            <a:r>
              <a:rPr lang="en-IN" sz="2400" b="1" dirty="0"/>
              <a:t>Focus on Sustainable Development:</a:t>
            </a:r>
            <a:r>
              <a:rPr lang="en-IN" sz="2400" dirty="0"/>
              <a:t> Balance economic growth with environmental protection by investing in clean technologies. </a:t>
            </a:r>
          </a:p>
          <a:p>
            <a:r>
              <a:rPr lang="en-IN" sz="2400" b="1" dirty="0"/>
              <a:t>Monitor Key Performance Indicators:</a:t>
            </a:r>
            <a:r>
              <a:rPr lang="en-IN" sz="2400" dirty="0"/>
              <a:t> Regularly track emissions, energy consumption, GDP, and population trends to evaluate progress and improve energy policies.</a:t>
            </a:r>
          </a:p>
        </p:txBody>
      </p:sp>
    </p:spTree>
    <p:extLst>
      <p:ext uri="{BB962C8B-B14F-4D97-AF65-F5344CB8AC3E}">
        <p14:creationId xmlns:p14="http://schemas.microsoft.com/office/powerpoint/2010/main" val="1471453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769</TotalTime>
  <Words>977</Words>
  <Application>Microsoft Office PowerPoint</Application>
  <PresentationFormat>Widescreen</PresentationFormat>
  <Paragraphs>109</Paragraphs>
  <Slides>18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Lato Black</vt:lpstr>
      <vt:lpstr>Libre Baskerville</vt:lpstr>
      <vt:lpstr>Calibri</vt:lpstr>
      <vt:lpstr>Office Theme</vt:lpstr>
      <vt:lpstr>PowerPoint Presentation</vt:lpstr>
      <vt:lpstr>PowerPoint Presentation</vt:lpstr>
      <vt:lpstr>    Agenda  </vt:lpstr>
      <vt:lpstr>Business Problem</vt:lpstr>
      <vt:lpstr>Business Problem Statement</vt:lpstr>
      <vt:lpstr>Business Problem Statement</vt:lpstr>
      <vt:lpstr>Introduction</vt:lpstr>
      <vt:lpstr>ER Diagram and Cardinality</vt:lpstr>
      <vt:lpstr>Analysis Queries</vt:lpstr>
      <vt:lpstr>Analysis Queries</vt:lpstr>
      <vt:lpstr>Analysis Queries</vt:lpstr>
      <vt:lpstr>Analysis Queries</vt:lpstr>
      <vt:lpstr>Analysis Queries</vt:lpstr>
      <vt:lpstr>Analysis Queries</vt:lpstr>
      <vt:lpstr>Insights</vt:lpstr>
      <vt:lpstr>Conclusion</vt:lpstr>
      <vt:lpstr>Recommendation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sravanicheraku@outlook.com</cp:lastModifiedBy>
  <cp:revision>13</cp:revision>
  <dcterms:created xsi:type="dcterms:W3CDTF">2021-02-16T05:19:01Z</dcterms:created>
  <dcterms:modified xsi:type="dcterms:W3CDTF">2026-09-29T06:40:26Z</dcterms:modified>
</cp:coreProperties>
</file>